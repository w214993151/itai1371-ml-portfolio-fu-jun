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513923-4509-8769-88C2-2A74B8D3A690}" v="4" dt="2025-12-03T18:10:56.489"/>
    <p1510:client id="{AC3CED39-25EE-6E3C-F61A-7D4249258C10}" v="11" dt="2025-12-03T19:09:54.421"/>
    <p1510:client id="{E736BA3B-8414-9AF0-1349-5588CED091E4}" v="9" dt="2025-12-03T20:02:29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DAB8D9-D6B0-4DC9-86D1-B5584F63760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9616D41-7B4E-43AC-BE77-3BC9B5EED772}">
      <dgm:prSet/>
      <dgm:spPr/>
      <dgm:t>
        <a:bodyPr/>
        <a:lstStyle/>
        <a:p>
          <a:r>
            <a:rPr lang="en-US"/>
            <a:t>Data loading, cleaning, and preprocessing</a:t>
          </a:r>
        </a:p>
      </dgm:t>
    </dgm:pt>
    <dgm:pt modelId="{8D37ED4F-5B3A-4D98-9508-211D459732AB}" type="parTrans" cxnId="{A64FE67A-851E-4940-9EDC-2F59C007A174}">
      <dgm:prSet/>
      <dgm:spPr/>
      <dgm:t>
        <a:bodyPr/>
        <a:lstStyle/>
        <a:p>
          <a:endParaRPr lang="en-US"/>
        </a:p>
      </dgm:t>
    </dgm:pt>
    <dgm:pt modelId="{D65D50F9-6EBC-4EE7-9D43-EBDA09E9A69A}" type="sibTrans" cxnId="{A64FE67A-851E-4940-9EDC-2F59C007A174}">
      <dgm:prSet/>
      <dgm:spPr/>
      <dgm:t>
        <a:bodyPr/>
        <a:lstStyle/>
        <a:p>
          <a:endParaRPr lang="en-US"/>
        </a:p>
      </dgm:t>
    </dgm:pt>
    <dgm:pt modelId="{E8AB29C1-73A1-4B82-9E18-351A07A2823B}">
      <dgm:prSet/>
      <dgm:spPr/>
      <dgm:t>
        <a:bodyPr/>
        <a:lstStyle/>
        <a:p>
          <a:r>
            <a:rPr lang="en-US"/>
            <a:t>Train/test split</a:t>
          </a:r>
        </a:p>
      </dgm:t>
    </dgm:pt>
    <dgm:pt modelId="{3AA62B06-DE34-4CE2-BDD7-17788383C162}" type="parTrans" cxnId="{303AD780-C2AA-4699-B8D1-6361013E6F60}">
      <dgm:prSet/>
      <dgm:spPr/>
      <dgm:t>
        <a:bodyPr/>
        <a:lstStyle/>
        <a:p>
          <a:endParaRPr lang="en-US"/>
        </a:p>
      </dgm:t>
    </dgm:pt>
    <dgm:pt modelId="{CF7F1B33-2417-4D87-A509-3DA5014160D6}" type="sibTrans" cxnId="{303AD780-C2AA-4699-B8D1-6361013E6F60}">
      <dgm:prSet/>
      <dgm:spPr/>
      <dgm:t>
        <a:bodyPr/>
        <a:lstStyle/>
        <a:p>
          <a:endParaRPr lang="en-US"/>
        </a:p>
      </dgm:t>
    </dgm:pt>
    <dgm:pt modelId="{E01BBBA3-2616-4D62-8336-A1B88884D367}">
      <dgm:prSet/>
      <dgm:spPr/>
      <dgm:t>
        <a:bodyPr/>
        <a:lstStyle/>
        <a:p>
          <a:r>
            <a:rPr lang="en-US"/>
            <a:t>Model selection and baseline training</a:t>
          </a:r>
        </a:p>
      </dgm:t>
    </dgm:pt>
    <dgm:pt modelId="{26D98561-3516-43FB-B9D6-6669B9BAD69E}" type="parTrans" cxnId="{3EC2254E-D791-4418-AFB5-B6004AE762A2}">
      <dgm:prSet/>
      <dgm:spPr/>
      <dgm:t>
        <a:bodyPr/>
        <a:lstStyle/>
        <a:p>
          <a:endParaRPr lang="en-US"/>
        </a:p>
      </dgm:t>
    </dgm:pt>
    <dgm:pt modelId="{2C0B9E5E-6367-4126-94A3-C58E7C0E18FF}" type="sibTrans" cxnId="{3EC2254E-D791-4418-AFB5-B6004AE762A2}">
      <dgm:prSet/>
      <dgm:spPr/>
      <dgm:t>
        <a:bodyPr/>
        <a:lstStyle/>
        <a:p>
          <a:endParaRPr lang="en-US"/>
        </a:p>
      </dgm:t>
    </dgm:pt>
    <dgm:pt modelId="{FF4BFE61-9B22-4EE5-BFBC-9F43122B0814}">
      <dgm:prSet/>
      <dgm:spPr/>
      <dgm:t>
        <a:bodyPr/>
        <a:lstStyle/>
        <a:p>
          <a:r>
            <a:rPr lang="en-US"/>
            <a:t>Hyperparameter tuning via GridSearchCV</a:t>
          </a:r>
        </a:p>
      </dgm:t>
    </dgm:pt>
    <dgm:pt modelId="{36CE63A6-EB9A-45F1-A2DA-16A9A3EC4337}" type="parTrans" cxnId="{F1B248D1-56D9-4E0E-BD4D-174C59DA1B41}">
      <dgm:prSet/>
      <dgm:spPr/>
      <dgm:t>
        <a:bodyPr/>
        <a:lstStyle/>
        <a:p>
          <a:endParaRPr lang="en-US"/>
        </a:p>
      </dgm:t>
    </dgm:pt>
    <dgm:pt modelId="{F0FC8895-4972-4EC3-9DEB-DDC12A8486D1}" type="sibTrans" cxnId="{F1B248D1-56D9-4E0E-BD4D-174C59DA1B41}">
      <dgm:prSet/>
      <dgm:spPr/>
      <dgm:t>
        <a:bodyPr/>
        <a:lstStyle/>
        <a:p>
          <a:endParaRPr lang="en-US"/>
        </a:p>
      </dgm:t>
    </dgm:pt>
    <dgm:pt modelId="{24128E24-0BC2-431D-BBD1-28AD3B06BC65}">
      <dgm:prSet/>
      <dgm:spPr/>
      <dgm:t>
        <a:bodyPr/>
        <a:lstStyle/>
        <a:p>
          <a:r>
            <a:rPr lang="en-US"/>
            <a:t>Evaluation and interpretation</a:t>
          </a:r>
        </a:p>
      </dgm:t>
    </dgm:pt>
    <dgm:pt modelId="{7CB2AB51-2FCB-403C-AF85-B64A9AD1B1D3}" type="parTrans" cxnId="{A4EF87E6-CA14-45CE-8E39-C9FA65E2177B}">
      <dgm:prSet/>
      <dgm:spPr/>
      <dgm:t>
        <a:bodyPr/>
        <a:lstStyle/>
        <a:p>
          <a:endParaRPr lang="en-US"/>
        </a:p>
      </dgm:t>
    </dgm:pt>
    <dgm:pt modelId="{AE74F4FA-972B-4AB4-9A9C-531001B175CD}" type="sibTrans" cxnId="{A4EF87E6-CA14-45CE-8E39-C9FA65E2177B}">
      <dgm:prSet/>
      <dgm:spPr/>
      <dgm:t>
        <a:bodyPr/>
        <a:lstStyle/>
        <a:p>
          <a:endParaRPr lang="en-US"/>
        </a:p>
      </dgm:t>
    </dgm:pt>
    <dgm:pt modelId="{324672B1-2BF7-436E-B2EB-8AC7633AB24F}" type="pres">
      <dgm:prSet presAssocID="{B7DAB8D9-D6B0-4DC9-86D1-B5584F637603}" presName="linear" presStyleCnt="0">
        <dgm:presLayoutVars>
          <dgm:animLvl val="lvl"/>
          <dgm:resizeHandles val="exact"/>
        </dgm:presLayoutVars>
      </dgm:prSet>
      <dgm:spPr/>
    </dgm:pt>
    <dgm:pt modelId="{5C742035-E232-401C-9AA8-6CB5EB7C1000}" type="pres">
      <dgm:prSet presAssocID="{19616D41-7B4E-43AC-BE77-3BC9B5EED77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DA3200-5EC5-4FE8-AC69-6AC0202EAC66}" type="pres">
      <dgm:prSet presAssocID="{D65D50F9-6EBC-4EE7-9D43-EBDA09E9A69A}" presName="spacer" presStyleCnt="0"/>
      <dgm:spPr/>
    </dgm:pt>
    <dgm:pt modelId="{957F4688-F224-4EA7-A180-5EA9D4598225}" type="pres">
      <dgm:prSet presAssocID="{E8AB29C1-73A1-4B82-9E18-351A07A2823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1C2367-24CF-418F-87ED-F970A7807AE9}" type="pres">
      <dgm:prSet presAssocID="{CF7F1B33-2417-4D87-A509-3DA5014160D6}" presName="spacer" presStyleCnt="0"/>
      <dgm:spPr/>
    </dgm:pt>
    <dgm:pt modelId="{A0C31BE8-08C3-43CC-913F-6EA6CC78FEC0}" type="pres">
      <dgm:prSet presAssocID="{E01BBBA3-2616-4D62-8336-A1B88884D36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9AABB32-A94E-4C6C-9EB4-E6EF18CF7454}" type="pres">
      <dgm:prSet presAssocID="{2C0B9E5E-6367-4126-94A3-C58E7C0E18FF}" presName="spacer" presStyleCnt="0"/>
      <dgm:spPr/>
    </dgm:pt>
    <dgm:pt modelId="{2AEA756F-FE6D-4EC3-851C-41BD924386D9}" type="pres">
      <dgm:prSet presAssocID="{FF4BFE61-9B22-4EE5-BFBC-9F43122B081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173ACD-5C89-43BA-8586-BEFBEBEF7693}" type="pres">
      <dgm:prSet presAssocID="{F0FC8895-4972-4EC3-9DEB-DDC12A8486D1}" presName="spacer" presStyleCnt="0"/>
      <dgm:spPr/>
    </dgm:pt>
    <dgm:pt modelId="{6335D83E-3A42-4040-96A2-5751295EDF55}" type="pres">
      <dgm:prSet presAssocID="{24128E24-0BC2-431D-BBD1-28AD3B06BC6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0912331-3D0F-49BD-BAED-1E0FA57E0CC6}" type="presOf" srcId="{FF4BFE61-9B22-4EE5-BFBC-9F43122B0814}" destId="{2AEA756F-FE6D-4EC3-851C-41BD924386D9}" srcOrd="0" destOrd="0" presId="urn:microsoft.com/office/officeart/2005/8/layout/vList2"/>
    <dgm:cxn modelId="{3AC8C033-F7E3-42D5-8FB5-398345EA82F8}" type="presOf" srcId="{E8AB29C1-73A1-4B82-9E18-351A07A2823B}" destId="{957F4688-F224-4EA7-A180-5EA9D4598225}" srcOrd="0" destOrd="0" presId="urn:microsoft.com/office/officeart/2005/8/layout/vList2"/>
    <dgm:cxn modelId="{7DEEED48-D414-4A3B-87BE-F101F3BD867B}" type="presOf" srcId="{24128E24-0BC2-431D-BBD1-28AD3B06BC65}" destId="{6335D83E-3A42-4040-96A2-5751295EDF55}" srcOrd="0" destOrd="0" presId="urn:microsoft.com/office/officeart/2005/8/layout/vList2"/>
    <dgm:cxn modelId="{3EC2254E-D791-4418-AFB5-B6004AE762A2}" srcId="{B7DAB8D9-D6B0-4DC9-86D1-B5584F637603}" destId="{E01BBBA3-2616-4D62-8336-A1B88884D367}" srcOrd="2" destOrd="0" parTransId="{26D98561-3516-43FB-B9D6-6669B9BAD69E}" sibTransId="{2C0B9E5E-6367-4126-94A3-C58E7C0E18FF}"/>
    <dgm:cxn modelId="{B35CF770-3441-4AF8-8F3A-8D86B131675A}" type="presOf" srcId="{19616D41-7B4E-43AC-BE77-3BC9B5EED772}" destId="{5C742035-E232-401C-9AA8-6CB5EB7C1000}" srcOrd="0" destOrd="0" presId="urn:microsoft.com/office/officeart/2005/8/layout/vList2"/>
    <dgm:cxn modelId="{A64FE67A-851E-4940-9EDC-2F59C007A174}" srcId="{B7DAB8D9-D6B0-4DC9-86D1-B5584F637603}" destId="{19616D41-7B4E-43AC-BE77-3BC9B5EED772}" srcOrd="0" destOrd="0" parTransId="{8D37ED4F-5B3A-4D98-9508-211D459732AB}" sibTransId="{D65D50F9-6EBC-4EE7-9D43-EBDA09E9A69A}"/>
    <dgm:cxn modelId="{303AD780-C2AA-4699-B8D1-6361013E6F60}" srcId="{B7DAB8D9-D6B0-4DC9-86D1-B5584F637603}" destId="{E8AB29C1-73A1-4B82-9E18-351A07A2823B}" srcOrd="1" destOrd="0" parTransId="{3AA62B06-DE34-4CE2-BDD7-17788383C162}" sibTransId="{CF7F1B33-2417-4D87-A509-3DA5014160D6}"/>
    <dgm:cxn modelId="{DEB5DD85-6E3B-4FFA-9534-250AB303FBF2}" type="presOf" srcId="{B7DAB8D9-D6B0-4DC9-86D1-B5584F637603}" destId="{324672B1-2BF7-436E-B2EB-8AC7633AB24F}" srcOrd="0" destOrd="0" presId="urn:microsoft.com/office/officeart/2005/8/layout/vList2"/>
    <dgm:cxn modelId="{8006578A-5FC2-48D9-8190-8C8E17897B5B}" type="presOf" srcId="{E01BBBA3-2616-4D62-8336-A1B88884D367}" destId="{A0C31BE8-08C3-43CC-913F-6EA6CC78FEC0}" srcOrd="0" destOrd="0" presId="urn:microsoft.com/office/officeart/2005/8/layout/vList2"/>
    <dgm:cxn modelId="{F1B248D1-56D9-4E0E-BD4D-174C59DA1B41}" srcId="{B7DAB8D9-D6B0-4DC9-86D1-B5584F637603}" destId="{FF4BFE61-9B22-4EE5-BFBC-9F43122B0814}" srcOrd="3" destOrd="0" parTransId="{36CE63A6-EB9A-45F1-A2DA-16A9A3EC4337}" sibTransId="{F0FC8895-4972-4EC3-9DEB-DDC12A8486D1}"/>
    <dgm:cxn modelId="{A4EF87E6-CA14-45CE-8E39-C9FA65E2177B}" srcId="{B7DAB8D9-D6B0-4DC9-86D1-B5584F637603}" destId="{24128E24-0BC2-431D-BBD1-28AD3B06BC65}" srcOrd="4" destOrd="0" parTransId="{7CB2AB51-2FCB-403C-AF85-B64A9AD1B1D3}" sibTransId="{AE74F4FA-972B-4AB4-9A9C-531001B175CD}"/>
    <dgm:cxn modelId="{E3B1B558-827C-49F1-8D65-A84B2259F7F6}" type="presParOf" srcId="{324672B1-2BF7-436E-B2EB-8AC7633AB24F}" destId="{5C742035-E232-401C-9AA8-6CB5EB7C1000}" srcOrd="0" destOrd="0" presId="urn:microsoft.com/office/officeart/2005/8/layout/vList2"/>
    <dgm:cxn modelId="{F3CF1B6D-E42A-4945-B022-D3F772CEA316}" type="presParOf" srcId="{324672B1-2BF7-436E-B2EB-8AC7633AB24F}" destId="{70DA3200-5EC5-4FE8-AC69-6AC0202EAC66}" srcOrd="1" destOrd="0" presId="urn:microsoft.com/office/officeart/2005/8/layout/vList2"/>
    <dgm:cxn modelId="{09CF8EC9-A80E-4585-A86A-7F6CECD8B485}" type="presParOf" srcId="{324672B1-2BF7-436E-B2EB-8AC7633AB24F}" destId="{957F4688-F224-4EA7-A180-5EA9D4598225}" srcOrd="2" destOrd="0" presId="urn:microsoft.com/office/officeart/2005/8/layout/vList2"/>
    <dgm:cxn modelId="{5F4037E4-3513-448C-85CF-247152AE168E}" type="presParOf" srcId="{324672B1-2BF7-436E-B2EB-8AC7633AB24F}" destId="{D71C2367-24CF-418F-87ED-F970A7807AE9}" srcOrd="3" destOrd="0" presId="urn:microsoft.com/office/officeart/2005/8/layout/vList2"/>
    <dgm:cxn modelId="{10CC9F00-FD2C-4BA6-BD92-BBDD1B2E617C}" type="presParOf" srcId="{324672B1-2BF7-436E-B2EB-8AC7633AB24F}" destId="{A0C31BE8-08C3-43CC-913F-6EA6CC78FEC0}" srcOrd="4" destOrd="0" presId="urn:microsoft.com/office/officeart/2005/8/layout/vList2"/>
    <dgm:cxn modelId="{F07ECE03-88E6-4084-A93F-1618834BF2DC}" type="presParOf" srcId="{324672B1-2BF7-436E-B2EB-8AC7633AB24F}" destId="{39AABB32-A94E-4C6C-9EB4-E6EF18CF7454}" srcOrd="5" destOrd="0" presId="urn:microsoft.com/office/officeart/2005/8/layout/vList2"/>
    <dgm:cxn modelId="{00E4F59C-6AC4-434D-A72A-922628FE4BAC}" type="presParOf" srcId="{324672B1-2BF7-436E-B2EB-8AC7633AB24F}" destId="{2AEA756F-FE6D-4EC3-851C-41BD924386D9}" srcOrd="6" destOrd="0" presId="urn:microsoft.com/office/officeart/2005/8/layout/vList2"/>
    <dgm:cxn modelId="{DFF06F6B-B82B-424F-8437-9C900BCD11DD}" type="presParOf" srcId="{324672B1-2BF7-436E-B2EB-8AC7633AB24F}" destId="{D5173ACD-5C89-43BA-8586-BEFBEBEF7693}" srcOrd="7" destOrd="0" presId="urn:microsoft.com/office/officeart/2005/8/layout/vList2"/>
    <dgm:cxn modelId="{DC45BD59-9BDF-4A8B-9737-C715DB5B9076}" type="presParOf" srcId="{324672B1-2BF7-436E-B2EB-8AC7633AB24F}" destId="{6335D83E-3A42-4040-96A2-5751295EDF5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45FDAC-DA1F-4D1F-846E-6EC24A90FC0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ECD4C2-2B02-4E84-B4AE-730E726ED8D9}">
      <dgm:prSet/>
      <dgm:spPr/>
      <dgm:t>
        <a:bodyPr/>
        <a:lstStyle/>
        <a:p>
          <a:r>
            <a:rPr lang="en-US"/>
            <a:t>Handled missing values and encoded categorical features</a:t>
          </a:r>
        </a:p>
      </dgm:t>
    </dgm:pt>
    <dgm:pt modelId="{1E9ECACB-8736-4404-B2CC-FC48EECF4BF6}" type="parTrans" cxnId="{22F71FFE-BB10-4922-8179-1ABAF461D4E1}">
      <dgm:prSet/>
      <dgm:spPr/>
      <dgm:t>
        <a:bodyPr/>
        <a:lstStyle/>
        <a:p>
          <a:endParaRPr lang="en-US"/>
        </a:p>
      </dgm:t>
    </dgm:pt>
    <dgm:pt modelId="{10025725-632C-49D8-8257-5CD068C8C463}" type="sibTrans" cxnId="{22F71FFE-BB10-4922-8179-1ABAF461D4E1}">
      <dgm:prSet/>
      <dgm:spPr/>
      <dgm:t>
        <a:bodyPr/>
        <a:lstStyle/>
        <a:p>
          <a:endParaRPr lang="en-US"/>
        </a:p>
      </dgm:t>
    </dgm:pt>
    <dgm:pt modelId="{8CA2B9EF-AA77-442C-96FA-FF311148C538}">
      <dgm:prSet/>
      <dgm:spPr/>
      <dgm:t>
        <a:bodyPr/>
        <a:lstStyle/>
        <a:p>
          <a:r>
            <a:rPr lang="en-US"/>
            <a:t>Scaled numerical features for model stability</a:t>
          </a:r>
        </a:p>
      </dgm:t>
    </dgm:pt>
    <dgm:pt modelId="{BD9EFFF8-3220-4F6F-8A0A-B6CD158D8504}" type="parTrans" cxnId="{DBD5C45C-C75A-491E-A2FC-F1A4C466A12B}">
      <dgm:prSet/>
      <dgm:spPr/>
      <dgm:t>
        <a:bodyPr/>
        <a:lstStyle/>
        <a:p>
          <a:endParaRPr lang="en-US"/>
        </a:p>
      </dgm:t>
    </dgm:pt>
    <dgm:pt modelId="{0F3BCE57-702C-4B95-8F45-B74E521E52B4}" type="sibTrans" cxnId="{DBD5C45C-C75A-491E-A2FC-F1A4C466A12B}">
      <dgm:prSet/>
      <dgm:spPr/>
      <dgm:t>
        <a:bodyPr/>
        <a:lstStyle/>
        <a:p>
          <a:endParaRPr lang="en-US"/>
        </a:p>
      </dgm:t>
    </dgm:pt>
    <dgm:pt modelId="{AEB152E9-70A4-4DFD-BC78-FC407E21F769}">
      <dgm:prSet/>
      <dgm:spPr/>
      <dgm:t>
        <a:bodyPr/>
        <a:lstStyle/>
        <a:p>
          <a:r>
            <a:rPr lang="en-US"/>
            <a:t>Ensured no data leakage during preprocessing</a:t>
          </a:r>
        </a:p>
      </dgm:t>
    </dgm:pt>
    <dgm:pt modelId="{14F852AF-E1B6-476D-A30E-04E2616F4A5A}" type="parTrans" cxnId="{50449736-CCF6-418C-B4BC-2AC0AA361933}">
      <dgm:prSet/>
      <dgm:spPr/>
      <dgm:t>
        <a:bodyPr/>
        <a:lstStyle/>
        <a:p>
          <a:endParaRPr lang="en-US"/>
        </a:p>
      </dgm:t>
    </dgm:pt>
    <dgm:pt modelId="{DE6CDF96-BA74-4F23-8963-CB9B75902C17}" type="sibTrans" cxnId="{50449736-CCF6-418C-B4BC-2AC0AA361933}">
      <dgm:prSet/>
      <dgm:spPr/>
      <dgm:t>
        <a:bodyPr/>
        <a:lstStyle/>
        <a:p>
          <a:endParaRPr lang="en-US"/>
        </a:p>
      </dgm:t>
    </dgm:pt>
    <dgm:pt modelId="{F2D8DEAF-3737-4AAE-A505-C3206B9C24C8}" type="pres">
      <dgm:prSet presAssocID="{3045FDAC-DA1F-4D1F-846E-6EC24A90FC09}" presName="linear" presStyleCnt="0">
        <dgm:presLayoutVars>
          <dgm:animLvl val="lvl"/>
          <dgm:resizeHandles val="exact"/>
        </dgm:presLayoutVars>
      </dgm:prSet>
      <dgm:spPr/>
    </dgm:pt>
    <dgm:pt modelId="{DD7359D1-A5C4-4627-87A3-D5F90B845664}" type="pres">
      <dgm:prSet presAssocID="{58ECD4C2-2B02-4E84-B4AE-730E726ED8D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C08C61-FFC1-4E64-802D-6A5210F29FE7}" type="pres">
      <dgm:prSet presAssocID="{10025725-632C-49D8-8257-5CD068C8C463}" presName="spacer" presStyleCnt="0"/>
      <dgm:spPr/>
    </dgm:pt>
    <dgm:pt modelId="{477606FA-160C-4C27-9876-F136B6A78B54}" type="pres">
      <dgm:prSet presAssocID="{8CA2B9EF-AA77-442C-96FA-FF311148C53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6595A4-A104-47EB-9B2D-E3585AC1E879}" type="pres">
      <dgm:prSet presAssocID="{0F3BCE57-702C-4B95-8F45-B74E521E52B4}" presName="spacer" presStyleCnt="0"/>
      <dgm:spPr/>
    </dgm:pt>
    <dgm:pt modelId="{C0F440A2-1F93-423A-9989-BDC1FF0E37D6}" type="pres">
      <dgm:prSet presAssocID="{AEB152E9-70A4-4DFD-BC78-FC407E21F76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449736-CCF6-418C-B4BC-2AC0AA361933}" srcId="{3045FDAC-DA1F-4D1F-846E-6EC24A90FC09}" destId="{AEB152E9-70A4-4DFD-BC78-FC407E21F769}" srcOrd="2" destOrd="0" parTransId="{14F852AF-E1B6-476D-A30E-04E2616F4A5A}" sibTransId="{DE6CDF96-BA74-4F23-8963-CB9B75902C17}"/>
    <dgm:cxn modelId="{DBD5C45C-C75A-491E-A2FC-F1A4C466A12B}" srcId="{3045FDAC-DA1F-4D1F-846E-6EC24A90FC09}" destId="{8CA2B9EF-AA77-442C-96FA-FF311148C538}" srcOrd="1" destOrd="0" parTransId="{BD9EFFF8-3220-4F6F-8A0A-B6CD158D8504}" sibTransId="{0F3BCE57-702C-4B95-8F45-B74E521E52B4}"/>
    <dgm:cxn modelId="{D148D148-22AD-44E4-B531-9C8FA6AF5D70}" type="presOf" srcId="{AEB152E9-70A4-4DFD-BC78-FC407E21F769}" destId="{C0F440A2-1F93-423A-9989-BDC1FF0E37D6}" srcOrd="0" destOrd="0" presId="urn:microsoft.com/office/officeart/2005/8/layout/vList2"/>
    <dgm:cxn modelId="{1BAE49C2-544E-42D6-9A3D-8D7024756C40}" type="presOf" srcId="{8CA2B9EF-AA77-442C-96FA-FF311148C538}" destId="{477606FA-160C-4C27-9876-F136B6A78B54}" srcOrd="0" destOrd="0" presId="urn:microsoft.com/office/officeart/2005/8/layout/vList2"/>
    <dgm:cxn modelId="{857CF2FA-B5F0-4B88-AA8D-F75746A79654}" type="presOf" srcId="{58ECD4C2-2B02-4E84-B4AE-730E726ED8D9}" destId="{DD7359D1-A5C4-4627-87A3-D5F90B845664}" srcOrd="0" destOrd="0" presId="urn:microsoft.com/office/officeart/2005/8/layout/vList2"/>
    <dgm:cxn modelId="{22F71FFE-BB10-4922-8179-1ABAF461D4E1}" srcId="{3045FDAC-DA1F-4D1F-846E-6EC24A90FC09}" destId="{58ECD4C2-2B02-4E84-B4AE-730E726ED8D9}" srcOrd="0" destOrd="0" parTransId="{1E9ECACB-8736-4404-B2CC-FC48EECF4BF6}" sibTransId="{10025725-632C-49D8-8257-5CD068C8C463}"/>
    <dgm:cxn modelId="{76C282FE-6EB6-4609-975B-1B6E84F24C58}" type="presOf" srcId="{3045FDAC-DA1F-4D1F-846E-6EC24A90FC09}" destId="{F2D8DEAF-3737-4AAE-A505-C3206B9C24C8}" srcOrd="0" destOrd="0" presId="urn:microsoft.com/office/officeart/2005/8/layout/vList2"/>
    <dgm:cxn modelId="{5A37295E-3C06-4AF3-8C86-8EFB001B3332}" type="presParOf" srcId="{F2D8DEAF-3737-4AAE-A505-C3206B9C24C8}" destId="{DD7359D1-A5C4-4627-87A3-D5F90B845664}" srcOrd="0" destOrd="0" presId="urn:microsoft.com/office/officeart/2005/8/layout/vList2"/>
    <dgm:cxn modelId="{89551995-ECB4-45EB-B616-7DF8AC468FE9}" type="presParOf" srcId="{F2D8DEAF-3737-4AAE-A505-C3206B9C24C8}" destId="{0DC08C61-FFC1-4E64-802D-6A5210F29FE7}" srcOrd="1" destOrd="0" presId="urn:microsoft.com/office/officeart/2005/8/layout/vList2"/>
    <dgm:cxn modelId="{BE4999DB-A1ED-4092-8E69-DB86DAF819F3}" type="presParOf" srcId="{F2D8DEAF-3737-4AAE-A505-C3206B9C24C8}" destId="{477606FA-160C-4C27-9876-F136B6A78B54}" srcOrd="2" destOrd="0" presId="urn:microsoft.com/office/officeart/2005/8/layout/vList2"/>
    <dgm:cxn modelId="{99193FAC-75BA-420C-A9CC-47975EE53D8D}" type="presParOf" srcId="{F2D8DEAF-3737-4AAE-A505-C3206B9C24C8}" destId="{BA6595A4-A104-47EB-9B2D-E3585AC1E879}" srcOrd="3" destOrd="0" presId="urn:microsoft.com/office/officeart/2005/8/layout/vList2"/>
    <dgm:cxn modelId="{A7D730AC-F47B-4377-B8BE-71435AB3142D}" type="presParOf" srcId="{F2D8DEAF-3737-4AAE-A505-C3206B9C24C8}" destId="{C0F440A2-1F93-423A-9989-BDC1FF0E37D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2AC28B-9021-4DDF-A12E-67B82C8DBD9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B1EBCD-3C4B-4ACF-A622-12AEECC93DD5}">
      <dgm:prSet/>
      <dgm:spPr/>
      <dgm:t>
        <a:bodyPr/>
        <a:lstStyle/>
        <a:p>
          <a:r>
            <a:rPr lang="en-US"/>
            <a:t>Considered multiple algorithms (Logistic Regression and Random Forest)</a:t>
          </a:r>
        </a:p>
      </dgm:t>
    </dgm:pt>
    <dgm:pt modelId="{56227CE9-4D6E-4AE1-9450-571E04C85F32}" type="parTrans" cxnId="{A1222F09-9F8E-4AB3-959D-1E223DB0F417}">
      <dgm:prSet/>
      <dgm:spPr/>
      <dgm:t>
        <a:bodyPr/>
        <a:lstStyle/>
        <a:p>
          <a:endParaRPr lang="en-US"/>
        </a:p>
      </dgm:t>
    </dgm:pt>
    <dgm:pt modelId="{0D81274C-5FA2-4AF1-BFD5-2F9A08E30542}" type="sibTrans" cxnId="{A1222F09-9F8E-4AB3-959D-1E223DB0F417}">
      <dgm:prSet/>
      <dgm:spPr/>
      <dgm:t>
        <a:bodyPr/>
        <a:lstStyle/>
        <a:p>
          <a:endParaRPr lang="en-US"/>
        </a:p>
      </dgm:t>
    </dgm:pt>
    <dgm:pt modelId="{97A4786E-9FF4-4EC9-AA57-ED026FBDB29F}">
      <dgm:prSet/>
      <dgm:spPr/>
      <dgm:t>
        <a:bodyPr/>
        <a:lstStyle/>
        <a:p>
          <a:r>
            <a:rPr lang="en-US"/>
            <a:t>Established baseline performance before tuning</a:t>
          </a:r>
        </a:p>
      </dgm:t>
    </dgm:pt>
    <dgm:pt modelId="{F1551885-6BF8-4D71-BE53-36A651AF781E}" type="parTrans" cxnId="{9F5CA3EE-8554-4C06-A22D-C2C64B06920F}">
      <dgm:prSet/>
      <dgm:spPr/>
      <dgm:t>
        <a:bodyPr/>
        <a:lstStyle/>
        <a:p>
          <a:endParaRPr lang="en-US"/>
        </a:p>
      </dgm:t>
    </dgm:pt>
    <dgm:pt modelId="{334680A1-9F5D-4076-8B95-D74BA5A5C79B}" type="sibTrans" cxnId="{9F5CA3EE-8554-4C06-A22D-C2C64B06920F}">
      <dgm:prSet/>
      <dgm:spPr/>
      <dgm:t>
        <a:bodyPr/>
        <a:lstStyle/>
        <a:p>
          <a:endParaRPr lang="en-US"/>
        </a:p>
      </dgm:t>
    </dgm:pt>
    <dgm:pt modelId="{CEA6CD11-6EB6-4A61-8402-5F8720E65BDB}">
      <dgm:prSet/>
      <dgm:spPr/>
      <dgm:t>
        <a:bodyPr/>
        <a:lstStyle/>
        <a:p>
          <a:r>
            <a:rPr lang="en-US"/>
            <a:t>Prepared pipeline for GridSearch optimization</a:t>
          </a:r>
        </a:p>
      </dgm:t>
    </dgm:pt>
    <dgm:pt modelId="{70F10E20-4936-4236-9736-3A9A747D0193}" type="parTrans" cxnId="{619A7B55-2F92-4E57-94B2-AE12CD7A907C}">
      <dgm:prSet/>
      <dgm:spPr/>
      <dgm:t>
        <a:bodyPr/>
        <a:lstStyle/>
        <a:p>
          <a:endParaRPr lang="en-US"/>
        </a:p>
      </dgm:t>
    </dgm:pt>
    <dgm:pt modelId="{914AB4BB-889B-4267-B2B9-527C6B5C10BC}" type="sibTrans" cxnId="{619A7B55-2F92-4E57-94B2-AE12CD7A907C}">
      <dgm:prSet/>
      <dgm:spPr/>
      <dgm:t>
        <a:bodyPr/>
        <a:lstStyle/>
        <a:p>
          <a:endParaRPr lang="en-US"/>
        </a:p>
      </dgm:t>
    </dgm:pt>
    <dgm:pt modelId="{E0DF381E-BA26-4102-94AD-220C8A3982D3}" type="pres">
      <dgm:prSet presAssocID="{A02AC28B-9021-4DDF-A12E-67B82C8DBD96}" presName="Name0" presStyleCnt="0">
        <dgm:presLayoutVars>
          <dgm:dir/>
          <dgm:animLvl val="lvl"/>
          <dgm:resizeHandles val="exact"/>
        </dgm:presLayoutVars>
      </dgm:prSet>
      <dgm:spPr/>
    </dgm:pt>
    <dgm:pt modelId="{67E7D0AC-6F3B-4D1B-AB5F-20F768A74CE3}" type="pres">
      <dgm:prSet presAssocID="{CEA6CD11-6EB6-4A61-8402-5F8720E65BDB}" presName="boxAndChildren" presStyleCnt="0"/>
      <dgm:spPr/>
    </dgm:pt>
    <dgm:pt modelId="{08D10751-D46D-4DCD-9931-420DBB423A2F}" type="pres">
      <dgm:prSet presAssocID="{CEA6CD11-6EB6-4A61-8402-5F8720E65BDB}" presName="parentTextBox" presStyleLbl="node1" presStyleIdx="0" presStyleCnt="3"/>
      <dgm:spPr/>
    </dgm:pt>
    <dgm:pt modelId="{C2EA9DB3-5330-4D79-8646-9F32106BE111}" type="pres">
      <dgm:prSet presAssocID="{334680A1-9F5D-4076-8B95-D74BA5A5C79B}" presName="sp" presStyleCnt="0"/>
      <dgm:spPr/>
    </dgm:pt>
    <dgm:pt modelId="{95C66992-5934-489A-BB93-2713B25F9E29}" type="pres">
      <dgm:prSet presAssocID="{97A4786E-9FF4-4EC9-AA57-ED026FBDB29F}" presName="arrowAndChildren" presStyleCnt="0"/>
      <dgm:spPr/>
    </dgm:pt>
    <dgm:pt modelId="{9E8C7ADD-4892-468B-AE1E-4CA534749CBA}" type="pres">
      <dgm:prSet presAssocID="{97A4786E-9FF4-4EC9-AA57-ED026FBDB29F}" presName="parentTextArrow" presStyleLbl="node1" presStyleIdx="1" presStyleCnt="3"/>
      <dgm:spPr/>
    </dgm:pt>
    <dgm:pt modelId="{CF7B3A49-2BD3-4297-B61B-19F3773438B6}" type="pres">
      <dgm:prSet presAssocID="{0D81274C-5FA2-4AF1-BFD5-2F9A08E30542}" presName="sp" presStyleCnt="0"/>
      <dgm:spPr/>
    </dgm:pt>
    <dgm:pt modelId="{27692460-F78B-40CE-9DC4-99403EEC40E3}" type="pres">
      <dgm:prSet presAssocID="{CAB1EBCD-3C4B-4ACF-A622-12AEECC93DD5}" presName="arrowAndChildren" presStyleCnt="0"/>
      <dgm:spPr/>
    </dgm:pt>
    <dgm:pt modelId="{EFD87CE2-7E9B-4F84-8627-02D1ADBCA848}" type="pres">
      <dgm:prSet presAssocID="{CAB1EBCD-3C4B-4ACF-A622-12AEECC93DD5}" presName="parentTextArrow" presStyleLbl="node1" presStyleIdx="2" presStyleCnt="3"/>
      <dgm:spPr/>
    </dgm:pt>
  </dgm:ptLst>
  <dgm:cxnLst>
    <dgm:cxn modelId="{B5ACCD07-80E0-4FAC-973A-0540CA1C815C}" type="presOf" srcId="{CEA6CD11-6EB6-4A61-8402-5F8720E65BDB}" destId="{08D10751-D46D-4DCD-9931-420DBB423A2F}" srcOrd="0" destOrd="0" presId="urn:microsoft.com/office/officeart/2005/8/layout/process4"/>
    <dgm:cxn modelId="{A1222F09-9F8E-4AB3-959D-1E223DB0F417}" srcId="{A02AC28B-9021-4DDF-A12E-67B82C8DBD96}" destId="{CAB1EBCD-3C4B-4ACF-A622-12AEECC93DD5}" srcOrd="0" destOrd="0" parTransId="{56227CE9-4D6E-4AE1-9450-571E04C85F32}" sibTransId="{0D81274C-5FA2-4AF1-BFD5-2F9A08E30542}"/>
    <dgm:cxn modelId="{3E1C5831-E555-4F95-99D3-5D297B8FE53D}" type="presOf" srcId="{A02AC28B-9021-4DDF-A12E-67B82C8DBD96}" destId="{E0DF381E-BA26-4102-94AD-220C8A3982D3}" srcOrd="0" destOrd="0" presId="urn:microsoft.com/office/officeart/2005/8/layout/process4"/>
    <dgm:cxn modelId="{1924A84C-B366-4903-9084-4C2AEA97AFC9}" type="presOf" srcId="{97A4786E-9FF4-4EC9-AA57-ED026FBDB29F}" destId="{9E8C7ADD-4892-468B-AE1E-4CA534749CBA}" srcOrd="0" destOrd="0" presId="urn:microsoft.com/office/officeart/2005/8/layout/process4"/>
    <dgm:cxn modelId="{619A7B55-2F92-4E57-94B2-AE12CD7A907C}" srcId="{A02AC28B-9021-4DDF-A12E-67B82C8DBD96}" destId="{CEA6CD11-6EB6-4A61-8402-5F8720E65BDB}" srcOrd="2" destOrd="0" parTransId="{70F10E20-4936-4236-9736-3A9A747D0193}" sibTransId="{914AB4BB-889B-4267-B2B9-527C6B5C10BC}"/>
    <dgm:cxn modelId="{FE1E4193-A194-4E3F-9166-54166DDCB36A}" type="presOf" srcId="{CAB1EBCD-3C4B-4ACF-A622-12AEECC93DD5}" destId="{EFD87CE2-7E9B-4F84-8627-02D1ADBCA848}" srcOrd="0" destOrd="0" presId="urn:microsoft.com/office/officeart/2005/8/layout/process4"/>
    <dgm:cxn modelId="{9F5CA3EE-8554-4C06-A22D-C2C64B06920F}" srcId="{A02AC28B-9021-4DDF-A12E-67B82C8DBD96}" destId="{97A4786E-9FF4-4EC9-AA57-ED026FBDB29F}" srcOrd="1" destOrd="0" parTransId="{F1551885-6BF8-4D71-BE53-36A651AF781E}" sibTransId="{334680A1-9F5D-4076-8B95-D74BA5A5C79B}"/>
    <dgm:cxn modelId="{95C1D716-2692-40C7-82C1-6C5D0500A05C}" type="presParOf" srcId="{E0DF381E-BA26-4102-94AD-220C8A3982D3}" destId="{67E7D0AC-6F3B-4D1B-AB5F-20F768A74CE3}" srcOrd="0" destOrd="0" presId="urn:microsoft.com/office/officeart/2005/8/layout/process4"/>
    <dgm:cxn modelId="{F9E7C4E9-C0C1-4964-8D54-47C1127D0B20}" type="presParOf" srcId="{67E7D0AC-6F3B-4D1B-AB5F-20F768A74CE3}" destId="{08D10751-D46D-4DCD-9931-420DBB423A2F}" srcOrd="0" destOrd="0" presId="urn:microsoft.com/office/officeart/2005/8/layout/process4"/>
    <dgm:cxn modelId="{7CACE7CB-A782-4E5E-B516-5E7D329C1A2F}" type="presParOf" srcId="{E0DF381E-BA26-4102-94AD-220C8A3982D3}" destId="{C2EA9DB3-5330-4D79-8646-9F32106BE111}" srcOrd="1" destOrd="0" presId="urn:microsoft.com/office/officeart/2005/8/layout/process4"/>
    <dgm:cxn modelId="{71C1F862-DF20-4BD6-BBDA-2597D3715FBB}" type="presParOf" srcId="{E0DF381E-BA26-4102-94AD-220C8A3982D3}" destId="{95C66992-5934-489A-BB93-2713B25F9E29}" srcOrd="2" destOrd="0" presId="urn:microsoft.com/office/officeart/2005/8/layout/process4"/>
    <dgm:cxn modelId="{9DB06414-0582-4AE7-A2EC-4DE8EAE8E1FB}" type="presParOf" srcId="{95C66992-5934-489A-BB93-2713B25F9E29}" destId="{9E8C7ADD-4892-468B-AE1E-4CA534749CBA}" srcOrd="0" destOrd="0" presId="urn:microsoft.com/office/officeart/2005/8/layout/process4"/>
    <dgm:cxn modelId="{770E57B1-DBBB-4CE1-8C0F-119C9D544DAB}" type="presParOf" srcId="{E0DF381E-BA26-4102-94AD-220C8A3982D3}" destId="{CF7B3A49-2BD3-4297-B61B-19F3773438B6}" srcOrd="3" destOrd="0" presId="urn:microsoft.com/office/officeart/2005/8/layout/process4"/>
    <dgm:cxn modelId="{3056F0EC-93AF-4B99-9036-DC12A9159E24}" type="presParOf" srcId="{E0DF381E-BA26-4102-94AD-220C8A3982D3}" destId="{27692460-F78B-40CE-9DC4-99403EEC40E3}" srcOrd="4" destOrd="0" presId="urn:microsoft.com/office/officeart/2005/8/layout/process4"/>
    <dgm:cxn modelId="{7FC2DBF9-BC20-4E6C-B6B0-D9A8C6507985}" type="presParOf" srcId="{27692460-F78B-40CE-9DC4-99403EEC40E3}" destId="{EFD87CE2-7E9B-4F84-8627-02D1ADBCA84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B7FF8D-6F59-47FA-A97C-BD87B5228CE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96B77B0-AF13-4C82-A6D3-5FEA97533A52}">
      <dgm:prSet/>
      <dgm:spPr/>
      <dgm:t>
        <a:bodyPr/>
        <a:lstStyle/>
        <a:p>
          <a:r>
            <a:rPr lang="en-US"/>
            <a:t>Systematically searched hyperparameter combinations</a:t>
          </a:r>
        </a:p>
      </dgm:t>
    </dgm:pt>
    <dgm:pt modelId="{66FD3ABD-0934-451F-8E11-762EF8FFBED3}" type="parTrans" cxnId="{51EBE516-05FC-4DEE-9A49-EC1020B9B997}">
      <dgm:prSet/>
      <dgm:spPr/>
      <dgm:t>
        <a:bodyPr/>
        <a:lstStyle/>
        <a:p>
          <a:endParaRPr lang="en-US"/>
        </a:p>
      </dgm:t>
    </dgm:pt>
    <dgm:pt modelId="{5201D72D-CAE2-432A-A90B-46CD58DC1609}" type="sibTrans" cxnId="{51EBE516-05FC-4DEE-9A49-EC1020B9B997}">
      <dgm:prSet/>
      <dgm:spPr/>
      <dgm:t>
        <a:bodyPr/>
        <a:lstStyle/>
        <a:p>
          <a:endParaRPr lang="en-US"/>
        </a:p>
      </dgm:t>
    </dgm:pt>
    <dgm:pt modelId="{D7B7E660-1544-418C-9FEE-132A44BFAEBF}">
      <dgm:prSet/>
      <dgm:spPr/>
      <dgm:t>
        <a:bodyPr/>
        <a:lstStyle/>
        <a:p>
          <a:r>
            <a:rPr lang="en-US"/>
            <a:t>Identified the best estimator and parameter set</a:t>
          </a:r>
        </a:p>
      </dgm:t>
    </dgm:pt>
    <dgm:pt modelId="{BD7871EB-A5AB-4099-B68D-5AC3B19C85D8}" type="parTrans" cxnId="{A86DB6EB-5B0A-471A-8C35-8B6F0006402D}">
      <dgm:prSet/>
      <dgm:spPr/>
      <dgm:t>
        <a:bodyPr/>
        <a:lstStyle/>
        <a:p>
          <a:endParaRPr lang="en-US"/>
        </a:p>
      </dgm:t>
    </dgm:pt>
    <dgm:pt modelId="{C3628E9C-8C26-4DD0-A38E-54248CCE2F63}" type="sibTrans" cxnId="{A86DB6EB-5B0A-471A-8C35-8B6F0006402D}">
      <dgm:prSet/>
      <dgm:spPr/>
      <dgm:t>
        <a:bodyPr/>
        <a:lstStyle/>
        <a:p>
          <a:endParaRPr lang="en-US"/>
        </a:p>
      </dgm:t>
    </dgm:pt>
    <dgm:pt modelId="{B7D29E67-0361-41E5-89AD-509787193226}">
      <dgm:prSet/>
      <dgm:spPr/>
      <dgm:t>
        <a:bodyPr/>
        <a:lstStyle/>
        <a:p>
          <a:r>
            <a:rPr lang="en-US"/>
            <a:t>Improved model generalization and reliability</a:t>
          </a:r>
        </a:p>
      </dgm:t>
    </dgm:pt>
    <dgm:pt modelId="{6E71F512-3864-40ED-8FE8-7BA602FD401B}" type="parTrans" cxnId="{45EE78CD-58E7-41CE-A6CC-5001927E437E}">
      <dgm:prSet/>
      <dgm:spPr/>
      <dgm:t>
        <a:bodyPr/>
        <a:lstStyle/>
        <a:p>
          <a:endParaRPr lang="en-US"/>
        </a:p>
      </dgm:t>
    </dgm:pt>
    <dgm:pt modelId="{0A30703A-55C5-4BE4-8366-4BEAD8C1C50C}" type="sibTrans" cxnId="{45EE78CD-58E7-41CE-A6CC-5001927E437E}">
      <dgm:prSet/>
      <dgm:spPr/>
      <dgm:t>
        <a:bodyPr/>
        <a:lstStyle/>
        <a:p>
          <a:endParaRPr lang="en-US"/>
        </a:p>
      </dgm:t>
    </dgm:pt>
    <dgm:pt modelId="{54B06369-B3A1-4E74-BDF7-0DC3FD2D45F5}" type="pres">
      <dgm:prSet presAssocID="{33B7FF8D-6F59-47FA-A97C-BD87B5228CE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28BBAD7-0823-40D2-BFD6-C545ECBA2662}" type="pres">
      <dgm:prSet presAssocID="{C96B77B0-AF13-4C82-A6D3-5FEA97533A52}" presName="hierRoot1" presStyleCnt="0"/>
      <dgm:spPr/>
    </dgm:pt>
    <dgm:pt modelId="{C2C734AF-97B8-4D32-A60F-E866FE5BE2B5}" type="pres">
      <dgm:prSet presAssocID="{C96B77B0-AF13-4C82-A6D3-5FEA97533A52}" presName="composite" presStyleCnt="0"/>
      <dgm:spPr/>
    </dgm:pt>
    <dgm:pt modelId="{AF037CC2-6724-429D-A770-783659105E16}" type="pres">
      <dgm:prSet presAssocID="{C96B77B0-AF13-4C82-A6D3-5FEA97533A52}" presName="background" presStyleLbl="node0" presStyleIdx="0" presStyleCnt="3"/>
      <dgm:spPr/>
    </dgm:pt>
    <dgm:pt modelId="{AA6531A9-98AD-46DA-8DEF-5FD7C3FA382F}" type="pres">
      <dgm:prSet presAssocID="{C96B77B0-AF13-4C82-A6D3-5FEA97533A52}" presName="text" presStyleLbl="fgAcc0" presStyleIdx="0" presStyleCnt="3">
        <dgm:presLayoutVars>
          <dgm:chPref val="3"/>
        </dgm:presLayoutVars>
      </dgm:prSet>
      <dgm:spPr/>
    </dgm:pt>
    <dgm:pt modelId="{A74AEC09-5F12-4AFA-988D-93B2C4F4262C}" type="pres">
      <dgm:prSet presAssocID="{C96B77B0-AF13-4C82-A6D3-5FEA97533A52}" presName="hierChild2" presStyleCnt="0"/>
      <dgm:spPr/>
    </dgm:pt>
    <dgm:pt modelId="{BB5CBB5D-C09E-4FA1-BE40-53562249F85E}" type="pres">
      <dgm:prSet presAssocID="{D7B7E660-1544-418C-9FEE-132A44BFAEBF}" presName="hierRoot1" presStyleCnt="0"/>
      <dgm:spPr/>
    </dgm:pt>
    <dgm:pt modelId="{81F5AAC9-1D12-44E1-B7DE-5B5C0AC1CC5A}" type="pres">
      <dgm:prSet presAssocID="{D7B7E660-1544-418C-9FEE-132A44BFAEBF}" presName="composite" presStyleCnt="0"/>
      <dgm:spPr/>
    </dgm:pt>
    <dgm:pt modelId="{B7F28979-EF08-4B7D-BAF8-C30C92115D5B}" type="pres">
      <dgm:prSet presAssocID="{D7B7E660-1544-418C-9FEE-132A44BFAEBF}" presName="background" presStyleLbl="node0" presStyleIdx="1" presStyleCnt="3"/>
      <dgm:spPr/>
    </dgm:pt>
    <dgm:pt modelId="{CF9F29A5-8789-4CE5-ACC7-C772E436AE9F}" type="pres">
      <dgm:prSet presAssocID="{D7B7E660-1544-418C-9FEE-132A44BFAEBF}" presName="text" presStyleLbl="fgAcc0" presStyleIdx="1" presStyleCnt="3">
        <dgm:presLayoutVars>
          <dgm:chPref val="3"/>
        </dgm:presLayoutVars>
      </dgm:prSet>
      <dgm:spPr/>
    </dgm:pt>
    <dgm:pt modelId="{062FED3D-012C-4A22-9B42-B5F0CEBC718E}" type="pres">
      <dgm:prSet presAssocID="{D7B7E660-1544-418C-9FEE-132A44BFAEBF}" presName="hierChild2" presStyleCnt="0"/>
      <dgm:spPr/>
    </dgm:pt>
    <dgm:pt modelId="{AFFA5869-FA47-45CC-A11E-A2C77C051368}" type="pres">
      <dgm:prSet presAssocID="{B7D29E67-0361-41E5-89AD-509787193226}" presName="hierRoot1" presStyleCnt="0"/>
      <dgm:spPr/>
    </dgm:pt>
    <dgm:pt modelId="{61BF4DEF-EC49-4E31-8B07-A436F4E072D4}" type="pres">
      <dgm:prSet presAssocID="{B7D29E67-0361-41E5-89AD-509787193226}" presName="composite" presStyleCnt="0"/>
      <dgm:spPr/>
    </dgm:pt>
    <dgm:pt modelId="{1129BCF3-653C-4A4D-B099-D1C3B6F429C4}" type="pres">
      <dgm:prSet presAssocID="{B7D29E67-0361-41E5-89AD-509787193226}" presName="background" presStyleLbl="node0" presStyleIdx="2" presStyleCnt="3"/>
      <dgm:spPr/>
    </dgm:pt>
    <dgm:pt modelId="{A56C465C-BAA4-463E-9CC8-69C3B5C8C2ED}" type="pres">
      <dgm:prSet presAssocID="{B7D29E67-0361-41E5-89AD-509787193226}" presName="text" presStyleLbl="fgAcc0" presStyleIdx="2" presStyleCnt="3">
        <dgm:presLayoutVars>
          <dgm:chPref val="3"/>
        </dgm:presLayoutVars>
      </dgm:prSet>
      <dgm:spPr/>
    </dgm:pt>
    <dgm:pt modelId="{3698C861-926F-458A-AC9B-C29E766CF2BF}" type="pres">
      <dgm:prSet presAssocID="{B7D29E67-0361-41E5-89AD-509787193226}" presName="hierChild2" presStyleCnt="0"/>
      <dgm:spPr/>
    </dgm:pt>
  </dgm:ptLst>
  <dgm:cxnLst>
    <dgm:cxn modelId="{A3D2A901-6877-48DA-A5F9-9BC1294D9891}" type="presOf" srcId="{C96B77B0-AF13-4C82-A6D3-5FEA97533A52}" destId="{AA6531A9-98AD-46DA-8DEF-5FD7C3FA382F}" srcOrd="0" destOrd="0" presId="urn:microsoft.com/office/officeart/2005/8/layout/hierarchy1"/>
    <dgm:cxn modelId="{51EBE516-05FC-4DEE-9A49-EC1020B9B997}" srcId="{33B7FF8D-6F59-47FA-A97C-BD87B5228CE1}" destId="{C96B77B0-AF13-4C82-A6D3-5FEA97533A52}" srcOrd="0" destOrd="0" parTransId="{66FD3ABD-0934-451F-8E11-762EF8FFBED3}" sibTransId="{5201D72D-CAE2-432A-A90B-46CD58DC1609}"/>
    <dgm:cxn modelId="{B6943D38-2D55-489C-BF7B-DD2E442C85A2}" type="presOf" srcId="{D7B7E660-1544-418C-9FEE-132A44BFAEBF}" destId="{CF9F29A5-8789-4CE5-ACC7-C772E436AE9F}" srcOrd="0" destOrd="0" presId="urn:microsoft.com/office/officeart/2005/8/layout/hierarchy1"/>
    <dgm:cxn modelId="{6AD05A59-16C0-45F6-A139-A9D1A2441103}" type="presOf" srcId="{B7D29E67-0361-41E5-89AD-509787193226}" destId="{A56C465C-BAA4-463E-9CC8-69C3B5C8C2ED}" srcOrd="0" destOrd="0" presId="urn:microsoft.com/office/officeart/2005/8/layout/hierarchy1"/>
    <dgm:cxn modelId="{45EE78CD-58E7-41CE-A6CC-5001927E437E}" srcId="{33B7FF8D-6F59-47FA-A97C-BD87B5228CE1}" destId="{B7D29E67-0361-41E5-89AD-509787193226}" srcOrd="2" destOrd="0" parTransId="{6E71F512-3864-40ED-8FE8-7BA602FD401B}" sibTransId="{0A30703A-55C5-4BE4-8366-4BEAD8C1C50C}"/>
    <dgm:cxn modelId="{A86DB6EB-5B0A-471A-8C35-8B6F0006402D}" srcId="{33B7FF8D-6F59-47FA-A97C-BD87B5228CE1}" destId="{D7B7E660-1544-418C-9FEE-132A44BFAEBF}" srcOrd="1" destOrd="0" parTransId="{BD7871EB-A5AB-4099-B68D-5AC3B19C85D8}" sibTransId="{C3628E9C-8C26-4DD0-A38E-54248CCE2F63}"/>
    <dgm:cxn modelId="{5DA5D9ED-22C8-4F70-92E6-DF9C1392D9A9}" type="presOf" srcId="{33B7FF8D-6F59-47FA-A97C-BD87B5228CE1}" destId="{54B06369-B3A1-4E74-BDF7-0DC3FD2D45F5}" srcOrd="0" destOrd="0" presId="urn:microsoft.com/office/officeart/2005/8/layout/hierarchy1"/>
    <dgm:cxn modelId="{F3C26201-BCBC-44B2-AE81-9BDFCB1C61F0}" type="presParOf" srcId="{54B06369-B3A1-4E74-BDF7-0DC3FD2D45F5}" destId="{228BBAD7-0823-40D2-BFD6-C545ECBA2662}" srcOrd="0" destOrd="0" presId="urn:microsoft.com/office/officeart/2005/8/layout/hierarchy1"/>
    <dgm:cxn modelId="{CAD76D11-E36E-4D0F-BE2F-A9176AFA3963}" type="presParOf" srcId="{228BBAD7-0823-40D2-BFD6-C545ECBA2662}" destId="{C2C734AF-97B8-4D32-A60F-E866FE5BE2B5}" srcOrd="0" destOrd="0" presId="urn:microsoft.com/office/officeart/2005/8/layout/hierarchy1"/>
    <dgm:cxn modelId="{117CD2EF-ADFC-452D-B08B-2F179156A572}" type="presParOf" srcId="{C2C734AF-97B8-4D32-A60F-E866FE5BE2B5}" destId="{AF037CC2-6724-429D-A770-783659105E16}" srcOrd="0" destOrd="0" presId="urn:microsoft.com/office/officeart/2005/8/layout/hierarchy1"/>
    <dgm:cxn modelId="{5C0A7128-1E13-4A8A-AFC7-DC62BFDF41C3}" type="presParOf" srcId="{C2C734AF-97B8-4D32-A60F-E866FE5BE2B5}" destId="{AA6531A9-98AD-46DA-8DEF-5FD7C3FA382F}" srcOrd="1" destOrd="0" presId="urn:microsoft.com/office/officeart/2005/8/layout/hierarchy1"/>
    <dgm:cxn modelId="{0F5E28E0-2DF3-4AF8-8B62-841A7BC347A6}" type="presParOf" srcId="{228BBAD7-0823-40D2-BFD6-C545ECBA2662}" destId="{A74AEC09-5F12-4AFA-988D-93B2C4F4262C}" srcOrd="1" destOrd="0" presId="urn:microsoft.com/office/officeart/2005/8/layout/hierarchy1"/>
    <dgm:cxn modelId="{1CC3CC06-973B-4470-9BA5-1DD0429AE1B7}" type="presParOf" srcId="{54B06369-B3A1-4E74-BDF7-0DC3FD2D45F5}" destId="{BB5CBB5D-C09E-4FA1-BE40-53562249F85E}" srcOrd="1" destOrd="0" presId="urn:microsoft.com/office/officeart/2005/8/layout/hierarchy1"/>
    <dgm:cxn modelId="{7AEAB955-F535-4F30-86D2-7BFA1BE0BB57}" type="presParOf" srcId="{BB5CBB5D-C09E-4FA1-BE40-53562249F85E}" destId="{81F5AAC9-1D12-44E1-B7DE-5B5C0AC1CC5A}" srcOrd="0" destOrd="0" presId="urn:microsoft.com/office/officeart/2005/8/layout/hierarchy1"/>
    <dgm:cxn modelId="{959D3470-74E5-4311-B806-7A3E42776903}" type="presParOf" srcId="{81F5AAC9-1D12-44E1-B7DE-5B5C0AC1CC5A}" destId="{B7F28979-EF08-4B7D-BAF8-C30C92115D5B}" srcOrd="0" destOrd="0" presId="urn:microsoft.com/office/officeart/2005/8/layout/hierarchy1"/>
    <dgm:cxn modelId="{B0ED8D81-001D-435C-87F1-5DF7C81045F1}" type="presParOf" srcId="{81F5AAC9-1D12-44E1-B7DE-5B5C0AC1CC5A}" destId="{CF9F29A5-8789-4CE5-ACC7-C772E436AE9F}" srcOrd="1" destOrd="0" presId="urn:microsoft.com/office/officeart/2005/8/layout/hierarchy1"/>
    <dgm:cxn modelId="{0D695C49-BEE9-4201-845B-64B079285C95}" type="presParOf" srcId="{BB5CBB5D-C09E-4FA1-BE40-53562249F85E}" destId="{062FED3D-012C-4A22-9B42-B5F0CEBC718E}" srcOrd="1" destOrd="0" presId="urn:microsoft.com/office/officeart/2005/8/layout/hierarchy1"/>
    <dgm:cxn modelId="{65E1F7DE-E9AC-4E02-AA85-CDC8CEA42A52}" type="presParOf" srcId="{54B06369-B3A1-4E74-BDF7-0DC3FD2D45F5}" destId="{AFFA5869-FA47-45CC-A11E-A2C77C051368}" srcOrd="2" destOrd="0" presId="urn:microsoft.com/office/officeart/2005/8/layout/hierarchy1"/>
    <dgm:cxn modelId="{9ECDFCEC-AA71-45D9-8E60-6C3E61666F8D}" type="presParOf" srcId="{AFFA5869-FA47-45CC-A11E-A2C77C051368}" destId="{61BF4DEF-EC49-4E31-8B07-A436F4E072D4}" srcOrd="0" destOrd="0" presId="urn:microsoft.com/office/officeart/2005/8/layout/hierarchy1"/>
    <dgm:cxn modelId="{1E34F4F2-78B5-4738-85C4-A65770D19EE2}" type="presParOf" srcId="{61BF4DEF-EC49-4E31-8B07-A436F4E072D4}" destId="{1129BCF3-653C-4A4D-B099-D1C3B6F429C4}" srcOrd="0" destOrd="0" presId="urn:microsoft.com/office/officeart/2005/8/layout/hierarchy1"/>
    <dgm:cxn modelId="{949BB140-7C7A-4AA4-A25D-72DE0CC8E992}" type="presParOf" srcId="{61BF4DEF-EC49-4E31-8B07-A436F4E072D4}" destId="{A56C465C-BAA4-463E-9CC8-69C3B5C8C2ED}" srcOrd="1" destOrd="0" presId="urn:microsoft.com/office/officeart/2005/8/layout/hierarchy1"/>
    <dgm:cxn modelId="{59448DCF-2680-42CE-8C43-D00678D8DDDE}" type="presParOf" srcId="{AFFA5869-FA47-45CC-A11E-A2C77C051368}" destId="{3698C861-926F-458A-AC9B-C29E766CF2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72E1BF-74F7-4F8D-8C64-38336239C55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68CE6E-E5C5-4DCD-92C4-9D8BCFE827C9}">
      <dgm:prSet/>
      <dgm:spPr/>
      <dgm:t>
        <a:bodyPr/>
        <a:lstStyle/>
        <a:p>
          <a:r>
            <a:rPr lang="en-US" dirty="0"/>
            <a:t>ROC curve visualizes true positive rate vs false positive rate</a:t>
          </a:r>
        </a:p>
      </dgm:t>
    </dgm:pt>
    <dgm:pt modelId="{6E139357-9E42-4330-B249-64FE89314A8D}" type="parTrans" cxnId="{3DDA6ABE-C360-4998-B779-374DE6DD5576}">
      <dgm:prSet/>
      <dgm:spPr/>
      <dgm:t>
        <a:bodyPr/>
        <a:lstStyle/>
        <a:p>
          <a:endParaRPr lang="en-US"/>
        </a:p>
      </dgm:t>
    </dgm:pt>
    <dgm:pt modelId="{BBEB7BB0-CEB2-44CC-B232-798B4A739924}" type="sibTrans" cxnId="{3DDA6ABE-C360-4998-B779-374DE6DD5576}">
      <dgm:prSet/>
      <dgm:spPr/>
      <dgm:t>
        <a:bodyPr/>
        <a:lstStyle/>
        <a:p>
          <a:endParaRPr lang="en-US"/>
        </a:p>
      </dgm:t>
    </dgm:pt>
    <dgm:pt modelId="{482DBEF4-A461-4E83-96CD-2170D65F0905}">
      <dgm:prSet/>
      <dgm:spPr/>
      <dgm:t>
        <a:bodyPr/>
        <a:lstStyle/>
        <a:p>
          <a:r>
            <a:rPr lang="en-US" dirty="0"/>
            <a:t>AUC score indicates overall discriminative ability</a:t>
          </a:r>
        </a:p>
      </dgm:t>
    </dgm:pt>
    <dgm:pt modelId="{EDC1A8A1-C52E-4430-8239-07D85265E19B}" type="parTrans" cxnId="{B8B9A606-9EFD-44F9-8F57-076DF0A5CD3A}">
      <dgm:prSet/>
      <dgm:spPr/>
      <dgm:t>
        <a:bodyPr/>
        <a:lstStyle/>
        <a:p>
          <a:endParaRPr lang="en-US"/>
        </a:p>
      </dgm:t>
    </dgm:pt>
    <dgm:pt modelId="{507B2E95-8BA9-4441-97EE-5C0A4F9E1E5C}" type="sibTrans" cxnId="{B8B9A606-9EFD-44F9-8F57-076DF0A5CD3A}">
      <dgm:prSet/>
      <dgm:spPr/>
      <dgm:t>
        <a:bodyPr/>
        <a:lstStyle/>
        <a:p>
          <a:endParaRPr lang="en-US"/>
        </a:p>
      </dgm:t>
    </dgm:pt>
    <dgm:pt modelId="{60C8DBAC-CA5C-4B2F-A18D-6C31FA5C3B2F}">
      <dgm:prSet/>
      <dgm:spPr/>
      <dgm:t>
        <a:bodyPr/>
        <a:lstStyle/>
        <a:p>
          <a:r>
            <a:rPr lang="en-US" dirty="0"/>
            <a:t>Higher AUC = better separation between classes</a:t>
          </a:r>
        </a:p>
      </dgm:t>
    </dgm:pt>
    <dgm:pt modelId="{5DD6F727-FDA2-49A6-B8CB-A473F5C16261}" type="parTrans" cxnId="{290300C8-CC54-42B2-A928-DF3E6ED8FD71}">
      <dgm:prSet/>
      <dgm:spPr/>
      <dgm:t>
        <a:bodyPr/>
        <a:lstStyle/>
        <a:p>
          <a:endParaRPr lang="en-US"/>
        </a:p>
      </dgm:t>
    </dgm:pt>
    <dgm:pt modelId="{733B4AB9-2E70-4513-A583-DD596E552CE1}" type="sibTrans" cxnId="{290300C8-CC54-42B2-A928-DF3E6ED8FD71}">
      <dgm:prSet/>
      <dgm:spPr/>
      <dgm:t>
        <a:bodyPr/>
        <a:lstStyle/>
        <a:p>
          <a:endParaRPr lang="en-US"/>
        </a:p>
      </dgm:t>
    </dgm:pt>
    <dgm:pt modelId="{56BAC984-7FDD-4D1A-865F-3801B04F8B8F}" type="pres">
      <dgm:prSet presAssocID="{3D72E1BF-74F7-4F8D-8C64-38336239C55E}" presName="diagram" presStyleCnt="0">
        <dgm:presLayoutVars>
          <dgm:dir/>
          <dgm:resizeHandles val="exact"/>
        </dgm:presLayoutVars>
      </dgm:prSet>
      <dgm:spPr/>
    </dgm:pt>
    <dgm:pt modelId="{CBD22AEC-AFC0-4705-B9F3-EC8841AB0A00}" type="pres">
      <dgm:prSet presAssocID="{7C68CE6E-E5C5-4DCD-92C4-9D8BCFE827C9}" presName="node" presStyleLbl="node1" presStyleIdx="0" presStyleCnt="3">
        <dgm:presLayoutVars>
          <dgm:bulletEnabled val="1"/>
        </dgm:presLayoutVars>
      </dgm:prSet>
      <dgm:spPr/>
    </dgm:pt>
    <dgm:pt modelId="{3CF98F41-F874-41C2-B13D-C4642D17EC11}" type="pres">
      <dgm:prSet presAssocID="{BBEB7BB0-CEB2-44CC-B232-798B4A739924}" presName="sibTrans" presStyleCnt="0"/>
      <dgm:spPr/>
    </dgm:pt>
    <dgm:pt modelId="{EC34BCC7-0ABF-43CB-A2C0-89E490DA6BB5}" type="pres">
      <dgm:prSet presAssocID="{482DBEF4-A461-4E83-96CD-2170D65F0905}" presName="node" presStyleLbl="node1" presStyleIdx="1" presStyleCnt="3">
        <dgm:presLayoutVars>
          <dgm:bulletEnabled val="1"/>
        </dgm:presLayoutVars>
      </dgm:prSet>
      <dgm:spPr/>
    </dgm:pt>
    <dgm:pt modelId="{02B3726D-F149-4C05-B04A-0D6FD8B91C83}" type="pres">
      <dgm:prSet presAssocID="{507B2E95-8BA9-4441-97EE-5C0A4F9E1E5C}" presName="sibTrans" presStyleCnt="0"/>
      <dgm:spPr/>
    </dgm:pt>
    <dgm:pt modelId="{A76E254D-0B78-461B-B092-E45726D7B46F}" type="pres">
      <dgm:prSet presAssocID="{60C8DBAC-CA5C-4B2F-A18D-6C31FA5C3B2F}" presName="node" presStyleLbl="node1" presStyleIdx="2" presStyleCnt="3">
        <dgm:presLayoutVars>
          <dgm:bulletEnabled val="1"/>
        </dgm:presLayoutVars>
      </dgm:prSet>
      <dgm:spPr/>
    </dgm:pt>
  </dgm:ptLst>
  <dgm:cxnLst>
    <dgm:cxn modelId="{B8B9A606-9EFD-44F9-8F57-076DF0A5CD3A}" srcId="{3D72E1BF-74F7-4F8D-8C64-38336239C55E}" destId="{482DBEF4-A461-4E83-96CD-2170D65F0905}" srcOrd="1" destOrd="0" parTransId="{EDC1A8A1-C52E-4430-8239-07D85265E19B}" sibTransId="{507B2E95-8BA9-4441-97EE-5C0A4F9E1E5C}"/>
    <dgm:cxn modelId="{0E5B583E-C0EB-4D68-8A51-813A0705EEEC}" type="presOf" srcId="{3D72E1BF-74F7-4F8D-8C64-38336239C55E}" destId="{56BAC984-7FDD-4D1A-865F-3801B04F8B8F}" srcOrd="0" destOrd="0" presId="urn:microsoft.com/office/officeart/2005/8/layout/default"/>
    <dgm:cxn modelId="{E1EA5876-B134-486C-8DCD-3400D5E4EFA4}" type="presOf" srcId="{60C8DBAC-CA5C-4B2F-A18D-6C31FA5C3B2F}" destId="{A76E254D-0B78-461B-B092-E45726D7B46F}" srcOrd="0" destOrd="0" presId="urn:microsoft.com/office/officeart/2005/8/layout/default"/>
    <dgm:cxn modelId="{C2759F79-99EB-4F01-B3D4-054B2E47DC27}" type="presOf" srcId="{7C68CE6E-E5C5-4DCD-92C4-9D8BCFE827C9}" destId="{CBD22AEC-AFC0-4705-B9F3-EC8841AB0A00}" srcOrd="0" destOrd="0" presId="urn:microsoft.com/office/officeart/2005/8/layout/default"/>
    <dgm:cxn modelId="{83E64480-2632-4B82-B087-0BA14647B657}" type="presOf" srcId="{482DBEF4-A461-4E83-96CD-2170D65F0905}" destId="{EC34BCC7-0ABF-43CB-A2C0-89E490DA6BB5}" srcOrd="0" destOrd="0" presId="urn:microsoft.com/office/officeart/2005/8/layout/default"/>
    <dgm:cxn modelId="{3DDA6ABE-C360-4998-B779-374DE6DD5576}" srcId="{3D72E1BF-74F7-4F8D-8C64-38336239C55E}" destId="{7C68CE6E-E5C5-4DCD-92C4-9D8BCFE827C9}" srcOrd="0" destOrd="0" parTransId="{6E139357-9E42-4330-B249-64FE89314A8D}" sibTransId="{BBEB7BB0-CEB2-44CC-B232-798B4A739924}"/>
    <dgm:cxn modelId="{290300C8-CC54-42B2-A928-DF3E6ED8FD71}" srcId="{3D72E1BF-74F7-4F8D-8C64-38336239C55E}" destId="{60C8DBAC-CA5C-4B2F-A18D-6C31FA5C3B2F}" srcOrd="2" destOrd="0" parTransId="{5DD6F727-FDA2-49A6-B8CB-A473F5C16261}" sibTransId="{733B4AB9-2E70-4513-A583-DD596E552CE1}"/>
    <dgm:cxn modelId="{1652C341-A528-496B-A78A-03A5DD4D5997}" type="presParOf" srcId="{56BAC984-7FDD-4D1A-865F-3801B04F8B8F}" destId="{CBD22AEC-AFC0-4705-B9F3-EC8841AB0A00}" srcOrd="0" destOrd="0" presId="urn:microsoft.com/office/officeart/2005/8/layout/default"/>
    <dgm:cxn modelId="{E5867D87-9737-4937-B6A4-A81B3C1206B8}" type="presParOf" srcId="{56BAC984-7FDD-4D1A-865F-3801B04F8B8F}" destId="{3CF98F41-F874-41C2-B13D-C4642D17EC11}" srcOrd="1" destOrd="0" presId="urn:microsoft.com/office/officeart/2005/8/layout/default"/>
    <dgm:cxn modelId="{856667FB-9326-426D-B8D5-061B3D28A148}" type="presParOf" srcId="{56BAC984-7FDD-4D1A-865F-3801B04F8B8F}" destId="{EC34BCC7-0ABF-43CB-A2C0-89E490DA6BB5}" srcOrd="2" destOrd="0" presId="urn:microsoft.com/office/officeart/2005/8/layout/default"/>
    <dgm:cxn modelId="{EEDCE323-219D-49D4-AE8D-9457A2DC412F}" type="presParOf" srcId="{56BAC984-7FDD-4D1A-865F-3801B04F8B8F}" destId="{02B3726D-F149-4C05-B04A-0D6FD8B91C83}" srcOrd="3" destOrd="0" presId="urn:microsoft.com/office/officeart/2005/8/layout/default"/>
    <dgm:cxn modelId="{4672A7B2-21DB-4054-9898-2B40C676759B}" type="presParOf" srcId="{56BAC984-7FDD-4D1A-865F-3801B04F8B8F}" destId="{A76E254D-0B78-461B-B092-E45726D7B46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B1BB50-56D7-4794-AC08-A68D3C6C7717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88CCF1E-7951-48A7-967B-FCCD18988FB0}">
      <dgm:prSet/>
      <dgm:spPr/>
      <dgm:t>
        <a:bodyPr/>
        <a:lstStyle/>
        <a:p>
          <a:r>
            <a:rPr lang="en-US"/>
            <a:t>Provides insight into TP, TN, FP, FN counts</a:t>
          </a:r>
        </a:p>
      </dgm:t>
    </dgm:pt>
    <dgm:pt modelId="{D34CD092-D023-4185-B9BF-B58B2784843B}" type="parTrans" cxnId="{D60C7497-450E-4E38-8C53-85B2C255DE43}">
      <dgm:prSet/>
      <dgm:spPr/>
      <dgm:t>
        <a:bodyPr/>
        <a:lstStyle/>
        <a:p>
          <a:endParaRPr lang="en-US"/>
        </a:p>
      </dgm:t>
    </dgm:pt>
    <dgm:pt modelId="{D5D1040D-E065-4BFC-8CEF-58CFD4C4F1BD}" type="sibTrans" cxnId="{D60C7497-450E-4E38-8C53-85B2C255DE43}">
      <dgm:prSet/>
      <dgm:spPr/>
      <dgm:t>
        <a:bodyPr/>
        <a:lstStyle/>
        <a:p>
          <a:endParaRPr lang="en-US"/>
        </a:p>
      </dgm:t>
    </dgm:pt>
    <dgm:pt modelId="{588F0737-49C2-49C4-B059-CE81478300E8}">
      <dgm:prSet/>
      <dgm:spPr/>
      <dgm:t>
        <a:bodyPr/>
        <a:lstStyle/>
        <a:p>
          <a:r>
            <a:rPr lang="en-US"/>
            <a:t>Helps identify common misclassification patterns</a:t>
          </a:r>
        </a:p>
      </dgm:t>
    </dgm:pt>
    <dgm:pt modelId="{E1EE9215-0EA7-421A-AB2E-5AE599C9A403}" type="parTrans" cxnId="{6DA0A80F-E884-4891-9ACF-955EB43D3F17}">
      <dgm:prSet/>
      <dgm:spPr/>
      <dgm:t>
        <a:bodyPr/>
        <a:lstStyle/>
        <a:p>
          <a:endParaRPr lang="en-US"/>
        </a:p>
      </dgm:t>
    </dgm:pt>
    <dgm:pt modelId="{F986DDD3-DD8E-4A40-991B-17A2940D6E88}" type="sibTrans" cxnId="{6DA0A80F-E884-4891-9ACF-955EB43D3F17}">
      <dgm:prSet/>
      <dgm:spPr/>
      <dgm:t>
        <a:bodyPr/>
        <a:lstStyle/>
        <a:p>
          <a:endParaRPr lang="en-US"/>
        </a:p>
      </dgm:t>
    </dgm:pt>
    <dgm:pt modelId="{98E9DD3B-8461-4D4D-A8EA-15C24E8A0475}">
      <dgm:prSet/>
      <dgm:spPr/>
      <dgm:t>
        <a:bodyPr/>
        <a:lstStyle/>
        <a:p>
          <a:r>
            <a:rPr lang="en-US"/>
            <a:t>Supports decisions on threshold adjustments</a:t>
          </a:r>
        </a:p>
      </dgm:t>
    </dgm:pt>
    <dgm:pt modelId="{6EBF9DFA-0305-46E3-BAD2-3ABA7FA3F648}" type="parTrans" cxnId="{C5D7EFA7-468D-4CC8-A8B0-9DAEAB4A5C33}">
      <dgm:prSet/>
      <dgm:spPr/>
      <dgm:t>
        <a:bodyPr/>
        <a:lstStyle/>
        <a:p>
          <a:endParaRPr lang="en-US"/>
        </a:p>
      </dgm:t>
    </dgm:pt>
    <dgm:pt modelId="{AFCB7EB4-5B5B-475C-A48E-ED73AACD1CE8}" type="sibTrans" cxnId="{C5D7EFA7-468D-4CC8-A8B0-9DAEAB4A5C33}">
      <dgm:prSet/>
      <dgm:spPr/>
      <dgm:t>
        <a:bodyPr/>
        <a:lstStyle/>
        <a:p>
          <a:endParaRPr lang="en-US"/>
        </a:p>
      </dgm:t>
    </dgm:pt>
    <dgm:pt modelId="{6AEF929C-6540-4AD8-B992-6A85B32EA02D}" type="pres">
      <dgm:prSet presAssocID="{89B1BB50-56D7-4794-AC08-A68D3C6C7717}" presName="Name0" presStyleCnt="0">
        <dgm:presLayoutVars>
          <dgm:dir/>
          <dgm:animLvl val="lvl"/>
          <dgm:resizeHandles val="exact"/>
        </dgm:presLayoutVars>
      </dgm:prSet>
      <dgm:spPr/>
    </dgm:pt>
    <dgm:pt modelId="{79878EAA-8182-4B0E-AB8B-6A2C73048383}" type="pres">
      <dgm:prSet presAssocID="{688CCF1E-7951-48A7-967B-FCCD18988FB0}" presName="linNode" presStyleCnt="0"/>
      <dgm:spPr/>
    </dgm:pt>
    <dgm:pt modelId="{BBB2438E-62B5-4A87-9A04-07762FF0E73A}" type="pres">
      <dgm:prSet presAssocID="{688CCF1E-7951-48A7-967B-FCCD18988FB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EC9BCCD-54E1-446D-87B2-E224200D5A5F}" type="pres">
      <dgm:prSet presAssocID="{D5D1040D-E065-4BFC-8CEF-58CFD4C4F1BD}" presName="sp" presStyleCnt="0"/>
      <dgm:spPr/>
    </dgm:pt>
    <dgm:pt modelId="{9857D93E-4BE8-412A-8B6E-95B58DA5FA88}" type="pres">
      <dgm:prSet presAssocID="{588F0737-49C2-49C4-B059-CE81478300E8}" presName="linNode" presStyleCnt="0"/>
      <dgm:spPr/>
    </dgm:pt>
    <dgm:pt modelId="{79297868-1D8C-4167-A336-CC4AA8684A5B}" type="pres">
      <dgm:prSet presAssocID="{588F0737-49C2-49C4-B059-CE81478300E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7D18C6E-CD29-49DE-ABD7-D1F19C3B9817}" type="pres">
      <dgm:prSet presAssocID="{F986DDD3-DD8E-4A40-991B-17A2940D6E88}" presName="sp" presStyleCnt="0"/>
      <dgm:spPr/>
    </dgm:pt>
    <dgm:pt modelId="{2FC2DFFE-2FD8-4DDE-89CB-6B8BD3506534}" type="pres">
      <dgm:prSet presAssocID="{98E9DD3B-8461-4D4D-A8EA-15C24E8A0475}" presName="linNode" presStyleCnt="0"/>
      <dgm:spPr/>
    </dgm:pt>
    <dgm:pt modelId="{2A416B16-4480-45A6-B372-63C87DCC9F7E}" type="pres">
      <dgm:prSet presAssocID="{98E9DD3B-8461-4D4D-A8EA-15C24E8A047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C90FD801-D0B1-40EB-94C3-FB7444D04473}" type="presOf" srcId="{89B1BB50-56D7-4794-AC08-A68D3C6C7717}" destId="{6AEF929C-6540-4AD8-B992-6A85B32EA02D}" srcOrd="0" destOrd="0" presId="urn:microsoft.com/office/officeart/2005/8/layout/vList5"/>
    <dgm:cxn modelId="{6DA0A80F-E884-4891-9ACF-955EB43D3F17}" srcId="{89B1BB50-56D7-4794-AC08-A68D3C6C7717}" destId="{588F0737-49C2-49C4-B059-CE81478300E8}" srcOrd="1" destOrd="0" parTransId="{E1EE9215-0EA7-421A-AB2E-5AE599C9A403}" sibTransId="{F986DDD3-DD8E-4A40-991B-17A2940D6E88}"/>
    <dgm:cxn modelId="{CA429774-8DAD-483D-BE3B-C8D01ABC9D56}" type="presOf" srcId="{588F0737-49C2-49C4-B059-CE81478300E8}" destId="{79297868-1D8C-4167-A336-CC4AA8684A5B}" srcOrd="0" destOrd="0" presId="urn:microsoft.com/office/officeart/2005/8/layout/vList5"/>
    <dgm:cxn modelId="{83033176-5193-4909-9E93-887558FE97D7}" type="presOf" srcId="{688CCF1E-7951-48A7-967B-FCCD18988FB0}" destId="{BBB2438E-62B5-4A87-9A04-07762FF0E73A}" srcOrd="0" destOrd="0" presId="urn:microsoft.com/office/officeart/2005/8/layout/vList5"/>
    <dgm:cxn modelId="{D60C7497-450E-4E38-8C53-85B2C255DE43}" srcId="{89B1BB50-56D7-4794-AC08-A68D3C6C7717}" destId="{688CCF1E-7951-48A7-967B-FCCD18988FB0}" srcOrd="0" destOrd="0" parTransId="{D34CD092-D023-4185-B9BF-B58B2784843B}" sibTransId="{D5D1040D-E065-4BFC-8CEF-58CFD4C4F1BD}"/>
    <dgm:cxn modelId="{B8AC8FA3-A1F4-4306-858B-9DE089CD1029}" type="presOf" srcId="{98E9DD3B-8461-4D4D-A8EA-15C24E8A0475}" destId="{2A416B16-4480-45A6-B372-63C87DCC9F7E}" srcOrd="0" destOrd="0" presId="urn:microsoft.com/office/officeart/2005/8/layout/vList5"/>
    <dgm:cxn modelId="{C5D7EFA7-468D-4CC8-A8B0-9DAEAB4A5C33}" srcId="{89B1BB50-56D7-4794-AC08-A68D3C6C7717}" destId="{98E9DD3B-8461-4D4D-A8EA-15C24E8A0475}" srcOrd="2" destOrd="0" parTransId="{6EBF9DFA-0305-46E3-BAD2-3ABA7FA3F648}" sibTransId="{AFCB7EB4-5B5B-475C-A48E-ED73AACD1CE8}"/>
    <dgm:cxn modelId="{EAB67B86-2736-4646-8047-D9BD622E546A}" type="presParOf" srcId="{6AEF929C-6540-4AD8-B992-6A85B32EA02D}" destId="{79878EAA-8182-4B0E-AB8B-6A2C73048383}" srcOrd="0" destOrd="0" presId="urn:microsoft.com/office/officeart/2005/8/layout/vList5"/>
    <dgm:cxn modelId="{D4ECFA75-40B5-4FB2-9645-06937FDD30FD}" type="presParOf" srcId="{79878EAA-8182-4B0E-AB8B-6A2C73048383}" destId="{BBB2438E-62B5-4A87-9A04-07762FF0E73A}" srcOrd="0" destOrd="0" presId="urn:microsoft.com/office/officeart/2005/8/layout/vList5"/>
    <dgm:cxn modelId="{A93E263D-D24E-4F91-9397-64048670FE3C}" type="presParOf" srcId="{6AEF929C-6540-4AD8-B992-6A85B32EA02D}" destId="{AEC9BCCD-54E1-446D-87B2-E224200D5A5F}" srcOrd="1" destOrd="0" presId="urn:microsoft.com/office/officeart/2005/8/layout/vList5"/>
    <dgm:cxn modelId="{21C3AB33-3EA1-43D0-B6B5-3B81B23C3F0A}" type="presParOf" srcId="{6AEF929C-6540-4AD8-B992-6A85B32EA02D}" destId="{9857D93E-4BE8-412A-8B6E-95B58DA5FA88}" srcOrd="2" destOrd="0" presId="urn:microsoft.com/office/officeart/2005/8/layout/vList5"/>
    <dgm:cxn modelId="{0AAD712A-974F-49C9-BC1C-E82E44D730BC}" type="presParOf" srcId="{9857D93E-4BE8-412A-8B6E-95B58DA5FA88}" destId="{79297868-1D8C-4167-A336-CC4AA8684A5B}" srcOrd="0" destOrd="0" presId="urn:microsoft.com/office/officeart/2005/8/layout/vList5"/>
    <dgm:cxn modelId="{ADA280BE-E603-47C7-83D4-001BB6A13DC6}" type="presParOf" srcId="{6AEF929C-6540-4AD8-B992-6A85B32EA02D}" destId="{67D18C6E-CD29-49DE-ABD7-D1F19C3B9817}" srcOrd="3" destOrd="0" presId="urn:microsoft.com/office/officeart/2005/8/layout/vList5"/>
    <dgm:cxn modelId="{A0DD6223-7EC1-4E7E-BA16-D1DF903BCB9D}" type="presParOf" srcId="{6AEF929C-6540-4AD8-B992-6A85B32EA02D}" destId="{2FC2DFFE-2FD8-4DDE-89CB-6B8BD3506534}" srcOrd="4" destOrd="0" presId="urn:microsoft.com/office/officeart/2005/8/layout/vList5"/>
    <dgm:cxn modelId="{700AD5E5-F924-43F8-8494-160F7D1DECE4}" type="presParOf" srcId="{2FC2DFFE-2FD8-4DDE-89CB-6B8BD3506534}" destId="{2A416B16-4480-45A6-B372-63C87DCC9F7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605021-2315-47AA-B08E-3045BE8A22F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6150FAC-5D23-42DD-87E8-E722F86DB559}">
      <dgm:prSet/>
      <dgm:spPr/>
      <dgm:t>
        <a:bodyPr/>
        <a:lstStyle/>
        <a:p>
          <a:r>
            <a:rPr lang="en-US"/>
            <a:t>Evaluated potential dataset imbalance or sampling bias</a:t>
          </a:r>
        </a:p>
      </dgm:t>
    </dgm:pt>
    <dgm:pt modelId="{3A03B9CD-5795-493C-86DF-F624847D23DE}" type="parTrans" cxnId="{2DDE729B-6E60-432C-B88E-C3E6AB526F92}">
      <dgm:prSet/>
      <dgm:spPr/>
      <dgm:t>
        <a:bodyPr/>
        <a:lstStyle/>
        <a:p>
          <a:endParaRPr lang="en-US"/>
        </a:p>
      </dgm:t>
    </dgm:pt>
    <dgm:pt modelId="{FD44A88A-F69D-4D99-A3D3-D32B565C210C}" type="sibTrans" cxnId="{2DDE729B-6E60-432C-B88E-C3E6AB526F92}">
      <dgm:prSet/>
      <dgm:spPr/>
      <dgm:t>
        <a:bodyPr/>
        <a:lstStyle/>
        <a:p>
          <a:endParaRPr lang="en-US"/>
        </a:p>
      </dgm:t>
    </dgm:pt>
    <dgm:pt modelId="{01646E65-C1BB-412A-B502-AFCE439C6053}">
      <dgm:prSet/>
      <dgm:spPr/>
      <dgm:t>
        <a:bodyPr/>
        <a:lstStyle/>
        <a:p>
          <a:r>
            <a:rPr lang="en-US"/>
            <a:t>Considered fairness, transparency, and model drift</a:t>
          </a:r>
        </a:p>
      </dgm:t>
    </dgm:pt>
    <dgm:pt modelId="{0FDFA9F5-4C56-4007-ABFC-874F86C113E9}" type="parTrans" cxnId="{5EA1DA04-81BE-4D5B-B9D1-F2234D52E7F2}">
      <dgm:prSet/>
      <dgm:spPr/>
      <dgm:t>
        <a:bodyPr/>
        <a:lstStyle/>
        <a:p>
          <a:endParaRPr lang="en-US"/>
        </a:p>
      </dgm:t>
    </dgm:pt>
    <dgm:pt modelId="{F4D03DFD-DA03-4105-957A-C169C38C3906}" type="sibTrans" cxnId="{5EA1DA04-81BE-4D5B-B9D1-F2234D52E7F2}">
      <dgm:prSet/>
      <dgm:spPr/>
      <dgm:t>
        <a:bodyPr/>
        <a:lstStyle/>
        <a:p>
          <a:endParaRPr lang="en-US"/>
        </a:p>
      </dgm:t>
    </dgm:pt>
    <dgm:pt modelId="{A82073C6-B133-409A-96AF-FA8551667028}">
      <dgm:prSet/>
      <dgm:spPr/>
      <dgm:t>
        <a:bodyPr/>
        <a:lstStyle/>
        <a:p>
          <a:r>
            <a:rPr lang="en-US"/>
            <a:t>Prepared steps for real-world deployment and monitoring</a:t>
          </a:r>
        </a:p>
      </dgm:t>
    </dgm:pt>
    <dgm:pt modelId="{EFB03E79-804F-4534-84C8-4EE80952953A}" type="parTrans" cxnId="{5B64DEE2-7DBE-409B-AB67-1D62917F692F}">
      <dgm:prSet/>
      <dgm:spPr/>
      <dgm:t>
        <a:bodyPr/>
        <a:lstStyle/>
        <a:p>
          <a:endParaRPr lang="en-US"/>
        </a:p>
      </dgm:t>
    </dgm:pt>
    <dgm:pt modelId="{74D31082-E536-4777-8641-0B5E49D44C76}" type="sibTrans" cxnId="{5B64DEE2-7DBE-409B-AB67-1D62917F692F}">
      <dgm:prSet/>
      <dgm:spPr/>
      <dgm:t>
        <a:bodyPr/>
        <a:lstStyle/>
        <a:p>
          <a:endParaRPr lang="en-US"/>
        </a:p>
      </dgm:t>
    </dgm:pt>
    <dgm:pt modelId="{A6189A8D-52C3-4B61-A65E-AD355CD4BE77}" type="pres">
      <dgm:prSet presAssocID="{F4605021-2315-47AA-B08E-3045BE8A22F0}" presName="linear" presStyleCnt="0">
        <dgm:presLayoutVars>
          <dgm:animLvl val="lvl"/>
          <dgm:resizeHandles val="exact"/>
        </dgm:presLayoutVars>
      </dgm:prSet>
      <dgm:spPr/>
    </dgm:pt>
    <dgm:pt modelId="{5EF7F571-4FD5-46D8-8A19-C5921E3D1F48}" type="pres">
      <dgm:prSet presAssocID="{26150FAC-5D23-42DD-87E8-E722F86DB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8159303-D62C-4F35-9358-65D0207100B1}" type="pres">
      <dgm:prSet presAssocID="{FD44A88A-F69D-4D99-A3D3-D32B565C210C}" presName="spacer" presStyleCnt="0"/>
      <dgm:spPr/>
    </dgm:pt>
    <dgm:pt modelId="{9A9B28B6-DCE6-4737-872A-6D626BE6EA75}" type="pres">
      <dgm:prSet presAssocID="{01646E65-C1BB-412A-B502-AFCE439C60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F40F37-70C8-4B41-9D18-C0B376EDACA1}" type="pres">
      <dgm:prSet presAssocID="{F4D03DFD-DA03-4105-957A-C169C38C3906}" presName="spacer" presStyleCnt="0"/>
      <dgm:spPr/>
    </dgm:pt>
    <dgm:pt modelId="{E3C14DD1-272D-400B-91A8-5907CD8A1A36}" type="pres">
      <dgm:prSet presAssocID="{A82073C6-B133-409A-96AF-FA855166702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A1DA04-81BE-4D5B-B9D1-F2234D52E7F2}" srcId="{F4605021-2315-47AA-B08E-3045BE8A22F0}" destId="{01646E65-C1BB-412A-B502-AFCE439C6053}" srcOrd="1" destOrd="0" parTransId="{0FDFA9F5-4C56-4007-ABFC-874F86C113E9}" sibTransId="{F4D03DFD-DA03-4105-957A-C169C38C3906}"/>
    <dgm:cxn modelId="{14436650-54B1-431E-9E54-37C141CA729F}" type="presOf" srcId="{26150FAC-5D23-42DD-87E8-E722F86DB559}" destId="{5EF7F571-4FD5-46D8-8A19-C5921E3D1F48}" srcOrd="0" destOrd="0" presId="urn:microsoft.com/office/officeart/2005/8/layout/vList2"/>
    <dgm:cxn modelId="{2DDE729B-6E60-432C-B88E-C3E6AB526F92}" srcId="{F4605021-2315-47AA-B08E-3045BE8A22F0}" destId="{26150FAC-5D23-42DD-87E8-E722F86DB559}" srcOrd="0" destOrd="0" parTransId="{3A03B9CD-5795-493C-86DF-F624847D23DE}" sibTransId="{FD44A88A-F69D-4D99-A3D3-D32B565C210C}"/>
    <dgm:cxn modelId="{3ADD06A8-D10B-43F3-AEB8-0EE852F4E2D3}" type="presOf" srcId="{01646E65-C1BB-412A-B502-AFCE439C6053}" destId="{9A9B28B6-DCE6-4737-872A-6D626BE6EA75}" srcOrd="0" destOrd="0" presId="urn:microsoft.com/office/officeart/2005/8/layout/vList2"/>
    <dgm:cxn modelId="{136090C6-5C46-437C-B938-BCE699D86C68}" type="presOf" srcId="{A82073C6-B133-409A-96AF-FA8551667028}" destId="{E3C14DD1-272D-400B-91A8-5907CD8A1A36}" srcOrd="0" destOrd="0" presId="urn:microsoft.com/office/officeart/2005/8/layout/vList2"/>
    <dgm:cxn modelId="{5B64DEE2-7DBE-409B-AB67-1D62917F692F}" srcId="{F4605021-2315-47AA-B08E-3045BE8A22F0}" destId="{A82073C6-B133-409A-96AF-FA8551667028}" srcOrd="2" destOrd="0" parTransId="{EFB03E79-804F-4534-84C8-4EE80952953A}" sibTransId="{74D31082-E536-4777-8641-0B5E49D44C76}"/>
    <dgm:cxn modelId="{5640E0F8-5074-449E-9CF3-E66244D9AC1B}" type="presOf" srcId="{F4605021-2315-47AA-B08E-3045BE8A22F0}" destId="{A6189A8D-52C3-4B61-A65E-AD355CD4BE77}" srcOrd="0" destOrd="0" presId="urn:microsoft.com/office/officeart/2005/8/layout/vList2"/>
    <dgm:cxn modelId="{913DAF3B-0DF9-4CDF-89A3-A86B89BFFDE2}" type="presParOf" srcId="{A6189A8D-52C3-4B61-A65E-AD355CD4BE77}" destId="{5EF7F571-4FD5-46D8-8A19-C5921E3D1F48}" srcOrd="0" destOrd="0" presId="urn:microsoft.com/office/officeart/2005/8/layout/vList2"/>
    <dgm:cxn modelId="{8DB3332A-F4D7-488D-BCF4-F59C138E2E12}" type="presParOf" srcId="{A6189A8D-52C3-4B61-A65E-AD355CD4BE77}" destId="{28159303-D62C-4F35-9358-65D0207100B1}" srcOrd="1" destOrd="0" presId="urn:microsoft.com/office/officeart/2005/8/layout/vList2"/>
    <dgm:cxn modelId="{EB8593CA-93E1-4554-8837-3126769D7971}" type="presParOf" srcId="{A6189A8D-52C3-4B61-A65E-AD355CD4BE77}" destId="{9A9B28B6-DCE6-4737-872A-6D626BE6EA75}" srcOrd="2" destOrd="0" presId="urn:microsoft.com/office/officeart/2005/8/layout/vList2"/>
    <dgm:cxn modelId="{E5B2AE9A-3436-4248-95E1-3EEEFBE8D9D0}" type="presParOf" srcId="{A6189A8D-52C3-4B61-A65E-AD355CD4BE77}" destId="{F6F40F37-70C8-4B41-9D18-C0B376EDACA1}" srcOrd="3" destOrd="0" presId="urn:microsoft.com/office/officeart/2005/8/layout/vList2"/>
    <dgm:cxn modelId="{C555C602-C582-47DD-80A2-EC3F9B61F913}" type="presParOf" srcId="{A6189A8D-52C3-4B61-A65E-AD355CD4BE77}" destId="{E3C14DD1-272D-400B-91A8-5907CD8A1A3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7A8CC96-487C-42FF-8A72-76C2292BAE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7143047-326F-4424-B91E-36BCB8ABAAE2}">
      <dgm:prSet/>
      <dgm:spPr/>
      <dgm:t>
        <a:bodyPr/>
        <a:lstStyle/>
        <a:p>
          <a:pPr>
            <a:defRPr cap="all"/>
          </a:pPr>
          <a:r>
            <a:rPr lang="en-US"/>
            <a:t>Pipeline improves reproducibility and consistency</a:t>
          </a:r>
        </a:p>
      </dgm:t>
    </dgm:pt>
    <dgm:pt modelId="{8C6C506C-4816-4E4F-AFF1-19D816609307}" type="parTrans" cxnId="{E784D363-BF47-4D42-A2F6-18620D8DDB63}">
      <dgm:prSet/>
      <dgm:spPr/>
      <dgm:t>
        <a:bodyPr/>
        <a:lstStyle/>
        <a:p>
          <a:endParaRPr lang="en-US"/>
        </a:p>
      </dgm:t>
    </dgm:pt>
    <dgm:pt modelId="{923E897E-C4F3-45C9-89E8-65DE5F1FD0CB}" type="sibTrans" cxnId="{E784D363-BF47-4D42-A2F6-18620D8DDB63}">
      <dgm:prSet/>
      <dgm:spPr/>
      <dgm:t>
        <a:bodyPr/>
        <a:lstStyle/>
        <a:p>
          <a:endParaRPr lang="en-US"/>
        </a:p>
      </dgm:t>
    </dgm:pt>
    <dgm:pt modelId="{CE3C46CF-C681-4E96-93E6-275724B3B52C}">
      <dgm:prSet/>
      <dgm:spPr/>
      <dgm:t>
        <a:bodyPr/>
        <a:lstStyle/>
        <a:p>
          <a:pPr>
            <a:defRPr cap="all"/>
          </a:pPr>
          <a:r>
            <a:rPr lang="en-US"/>
            <a:t>GridSearch significantly enhances performance</a:t>
          </a:r>
        </a:p>
      </dgm:t>
    </dgm:pt>
    <dgm:pt modelId="{F12C531C-950E-476D-B268-60A8D221A622}" type="parTrans" cxnId="{D0DDEB54-0403-4E9C-9E16-6BA898971058}">
      <dgm:prSet/>
      <dgm:spPr/>
      <dgm:t>
        <a:bodyPr/>
        <a:lstStyle/>
        <a:p>
          <a:endParaRPr lang="en-US"/>
        </a:p>
      </dgm:t>
    </dgm:pt>
    <dgm:pt modelId="{FF6E1AE2-0B02-479B-B019-848AE7B16E97}" type="sibTrans" cxnId="{D0DDEB54-0403-4E9C-9E16-6BA898971058}">
      <dgm:prSet/>
      <dgm:spPr/>
      <dgm:t>
        <a:bodyPr/>
        <a:lstStyle/>
        <a:p>
          <a:endParaRPr lang="en-US"/>
        </a:p>
      </dgm:t>
    </dgm:pt>
    <dgm:pt modelId="{98E606CC-F90C-4D40-B31B-DD4210C5CC70}">
      <dgm:prSet/>
      <dgm:spPr/>
      <dgm:t>
        <a:bodyPr/>
        <a:lstStyle/>
        <a:p>
          <a:pPr>
            <a:defRPr cap="all"/>
          </a:pPr>
          <a:r>
            <a:rPr lang="en-US"/>
            <a:t>Interpretability tools guide trustworthy deployment</a:t>
          </a:r>
        </a:p>
      </dgm:t>
    </dgm:pt>
    <dgm:pt modelId="{B1C0D47C-451F-4A4F-9D34-DA60AE9D5985}" type="parTrans" cxnId="{3CDEA168-EFE6-4EEE-BC43-8B35E670134E}">
      <dgm:prSet/>
      <dgm:spPr/>
      <dgm:t>
        <a:bodyPr/>
        <a:lstStyle/>
        <a:p>
          <a:endParaRPr lang="en-US"/>
        </a:p>
      </dgm:t>
    </dgm:pt>
    <dgm:pt modelId="{714B1C9B-A009-450E-B6B4-AEA4A1AC3A9A}" type="sibTrans" cxnId="{3CDEA168-EFE6-4EEE-BC43-8B35E670134E}">
      <dgm:prSet/>
      <dgm:spPr/>
      <dgm:t>
        <a:bodyPr/>
        <a:lstStyle/>
        <a:p>
          <a:endParaRPr lang="en-US"/>
        </a:p>
      </dgm:t>
    </dgm:pt>
    <dgm:pt modelId="{F0A97CA3-BCE3-414A-9BC8-A7A9C3C7E2B5}">
      <dgm:prSet/>
      <dgm:spPr/>
      <dgm:t>
        <a:bodyPr/>
        <a:lstStyle/>
        <a:p>
          <a:pPr>
            <a:defRPr cap="all"/>
          </a:pPr>
          <a:r>
            <a:rPr lang="en-US"/>
            <a:t>Continuous monitoring essential post-deployment</a:t>
          </a:r>
        </a:p>
      </dgm:t>
    </dgm:pt>
    <dgm:pt modelId="{EB114378-0D71-42C8-9179-E8DFD8294304}" type="parTrans" cxnId="{F37719C7-CF86-420A-9961-768118217AE8}">
      <dgm:prSet/>
      <dgm:spPr/>
      <dgm:t>
        <a:bodyPr/>
        <a:lstStyle/>
        <a:p>
          <a:endParaRPr lang="en-US"/>
        </a:p>
      </dgm:t>
    </dgm:pt>
    <dgm:pt modelId="{B3B27648-EA7D-4747-A355-76CDAA3AA554}" type="sibTrans" cxnId="{F37719C7-CF86-420A-9961-768118217AE8}">
      <dgm:prSet/>
      <dgm:spPr/>
      <dgm:t>
        <a:bodyPr/>
        <a:lstStyle/>
        <a:p>
          <a:endParaRPr lang="en-US"/>
        </a:p>
      </dgm:t>
    </dgm:pt>
    <dgm:pt modelId="{40A53F0E-8508-4C58-A4B8-608AF10FB146}" type="pres">
      <dgm:prSet presAssocID="{47A8CC96-487C-42FF-8A72-76C2292BAE37}" presName="root" presStyleCnt="0">
        <dgm:presLayoutVars>
          <dgm:dir/>
          <dgm:resizeHandles val="exact"/>
        </dgm:presLayoutVars>
      </dgm:prSet>
      <dgm:spPr/>
    </dgm:pt>
    <dgm:pt modelId="{8351CA75-FFED-4F83-9EC2-F59EAA006813}" type="pres">
      <dgm:prSet presAssocID="{27143047-326F-4424-B91E-36BCB8ABAAE2}" presName="compNode" presStyleCnt="0"/>
      <dgm:spPr/>
    </dgm:pt>
    <dgm:pt modelId="{D124D7CE-FDB5-4884-9104-081BE7F6056E}" type="pres">
      <dgm:prSet presAssocID="{27143047-326F-4424-B91E-36BCB8ABAAE2}" presName="iconBgRect" presStyleLbl="bgShp" presStyleIdx="0" presStyleCnt="4"/>
      <dgm:spPr/>
    </dgm:pt>
    <dgm:pt modelId="{2D8B1130-442D-4DED-98DC-B40410E7B187}" type="pres">
      <dgm:prSet presAssocID="{27143047-326F-4424-B91E-36BCB8ABAA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9BAFC24-294F-4E4E-97CF-60D93AA1BF9C}" type="pres">
      <dgm:prSet presAssocID="{27143047-326F-4424-B91E-36BCB8ABAAE2}" presName="spaceRect" presStyleCnt="0"/>
      <dgm:spPr/>
    </dgm:pt>
    <dgm:pt modelId="{084CB185-A4C1-4620-AE65-288C20714F57}" type="pres">
      <dgm:prSet presAssocID="{27143047-326F-4424-B91E-36BCB8ABAAE2}" presName="textRect" presStyleLbl="revTx" presStyleIdx="0" presStyleCnt="4">
        <dgm:presLayoutVars>
          <dgm:chMax val="1"/>
          <dgm:chPref val="1"/>
        </dgm:presLayoutVars>
      </dgm:prSet>
      <dgm:spPr/>
    </dgm:pt>
    <dgm:pt modelId="{32BE68AC-48DD-48B3-8AE1-34CD37C9DD61}" type="pres">
      <dgm:prSet presAssocID="{923E897E-C4F3-45C9-89E8-65DE5F1FD0CB}" presName="sibTrans" presStyleCnt="0"/>
      <dgm:spPr/>
    </dgm:pt>
    <dgm:pt modelId="{958DC0F5-2F07-4E7F-ACA4-DFCADFFAD6DC}" type="pres">
      <dgm:prSet presAssocID="{CE3C46CF-C681-4E96-93E6-275724B3B52C}" presName="compNode" presStyleCnt="0"/>
      <dgm:spPr/>
    </dgm:pt>
    <dgm:pt modelId="{DD53F4AE-F7AE-431B-BA87-53661F020E56}" type="pres">
      <dgm:prSet presAssocID="{CE3C46CF-C681-4E96-93E6-275724B3B52C}" presName="iconBgRect" presStyleLbl="bgShp" presStyleIdx="1" presStyleCnt="4"/>
      <dgm:spPr/>
    </dgm:pt>
    <dgm:pt modelId="{FE3E19CE-F7B9-47C9-8730-94AF96D03D75}" type="pres">
      <dgm:prSet presAssocID="{CE3C46CF-C681-4E96-93E6-275724B3B5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FC2E940-FC98-4FDB-B5FC-F06E93E93CB4}" type="pres">
      <dgm:prSet presAssocID="{CE3C46CF-C681-4E96-93E6-275724B3B52C}" presName="spaceRect" presStyleCnt="0"/>
      <dgm:spPr/>
    </dgm:pt>
    <dgm:pt modelId="{9F50B94C-F476-460B-9A5E-5C4BB89699AD}" type="pres">
      <dgm:prSet presAssocID="{CE3C46CF-C681-4E96-93E6-275724B3B52C}" presName="textRect" presStyleLbl="revTx" presStyleIdx="1" presStyleCnt="4">
        <dgm:presLayoutVars>
          <dgm:chMax val="1"/>
          <dgm:chPref val="1"/>
        </dgm:presLayoutVars>
      </dgm:prSet>
      <dgm:spPr/>
    </dgm:pt>
    <dgm:pt modelId="{1FFFB0CE-4FEB-43A7-9BEE-7666062A8C93}" type="pres">
      <dgm:prSet presAssocID="{FF6E1AE2-0B02-479B-B019-848AE7B16E97}" presName="sibTrans" presStyleCnt="0"/>
      <dgm:spPr/>
    </dgm:pt>
    <dgm:pt modelId="{CEC09A85-725F-4976-8102-C56105C9C7BB}" type="pres">
      <dgm:prSet presAssocID="{98E606CC-F90C-4D40-B31B-DD4210C5CC70}" presName="compNode" presStyleCnt="0"/>
      <dgm:spPr/>
    </dgm:pt>
    <dgm:pt modelId="{79D26E8C-3947-423A-B2C4-6A78CDF96938}" type="pres">
      <dgm:prSet presAssocID="{98E606CC-F90C-4D40-B31B-DD4210C5CC70}" presName="iconBgRect" presStyleLbl="bgShp" presStyleIdx="2" presStyleCnt="4"/>
      <dgm:spPr/>
    </dgm:pt>
    <dgm:pt modelId="{2DD6E3B7-1FB2-4562-B187-A265C8624184}" type="pres">
      <dgm:prSet presAssocID="{98E606CC-F90C-4D40-B31B-DD4210C5CC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1677AFA-E84F-459F-AE36-CB05D87196C3}" type="pres">
      <dgm:prSet presAssocID="{98E606CC-F90C-4D40-B31B-DD4210C5CC70}" presName="spaceRect" presStyleCnt="0"/>
      <dgm:spPr/>
    </dgm:pt>
    <dgm:pt modelId="{17C622F6-00E8-4FE7-B30B-26C7392B9A60}" type="pres">
      <dgm:prSet presAssocID="{98E606CC-F90C-4D40-B31B-DD4210C5CC70}" presName="textRect" presStyleLbl="revTx" presStyleIdx="2" presStyleCnt="4">
        <dgm:presLayoutVars>
          <dgm:chMax val="1"/>
          <dgm:chPref val="1"/>
        </dgm:presLayoutVars>
      </dgm:prSet>
      <dgm:spPr/>
    </dgm:pt>
    <dgm:pt modelId="{9BDB3468-9C6C-40F1-8470-9A5669ABEAA8}" type="pres">
      <dgm:prSet presAssocID="{714B1C9B-A009-450E-B6B4-AEA4A1AC3A9A}" presName="sibTrans" presStyleCnt="0"/>
      <dgm:spPr/>
    </dgm:pt>
    <dgm:pt modelId="{CDB851CF-7179-49E2-8A42-EBA921CF4BDA}" type="pres">
      <dgm:prSet presAssocID="{F0A97CA3-BCE3-414A-9BC8-A7A9C3C7E2B5}" presName="compNode" presStyleCnt="0"/>
      <dgm:spPr/>
    </dgm:pt>
    <dgm:pt modelId="{FF69B673-CEF4-42FD-B01C-89675BEBBD4A}" type="pres">
      <dgm:prSet presAssocID="{F0A97CA3-BCE3-414A-9BC8-A7A9C3C7E2B5}" presName="iconBgRect" presStyleLbl="bgShp" presStyleIdx="3" presStyleCnt="4"/>
      <dgm:spPr/>
    </dgm:pt>
    <dgm:pt modelId="{11CD9CC2-6464-469F-AD72-33FC729BFD2E}" type="pres">
      <dgm:prSet presAssocID="{F0A97CA3-BCE3-414A-9BC8-A7A9C3C7E2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38C19CF-E376-4D15-A609-A132150B46CC}" type="pres">
      <dgm:prSet presAssocID="{F0A97CA3-BCE3-414A-9BC8-A7A9C3C7E2B5}" presName="spaceRect" presStyleCnt="0"/>
      <dgm:spPr/>
    </dgm:pt>
    <dgm:pt modelId="{8E766932-07FF-49C7-AF07-18F490CE114A}" type="pres">
      <dgm:prSet presAssocID="{F0A97CA3-BCE3-414A-9BC8-A7A9C3C7E2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2BD92B-83B9-452D-AD1B-4491512E9578}" type="presOf" srcId="{47A8CC96-487C-42FF-8A72-76C2292BAE37}" destId="{40A53F0E-8508-4C58-A4B8-608AF10FB146}" srcOrd="0" destOrd="0" presId="urn:microsoft.com/office/officeart/2018/5/layout/IconCircleLabelList"/>
    <dgm:cxn modelId="{E784D363-BF47-4D42-A2F6-18620D8DDB63}" srcId="{47A8CC96-487C-42FF-8A72-76C2292BAE37}" destId="{27143047-326F-4424-B91E-36BCB8ABAAE2}" srcOrd="0" destOrd="0" parTransId="{8C6C506C-4816-4E4F-AFF1-19D816609307}" sibTransId="{923E897E-C4F3-45C9-89E8-65DE5F1FD0CB}"/>
    <dgm:cxn modelId="{0CA26B44-1CFC-41A5-9A71-028ED46BCA17}" type="presOf" srcId="{98E606CC-F90C-4D40-B31B-DD4210C5CC70}" destId="{17C622F6-00E8-4FE7-B30B-26C7392B9A60}" srcOrd="0" destOrd="0" presId="urn:microsoft.com/office/officeart/2018/5/layout/IconCircleLabelList"/>
    <dgm:cxn modelId="{3CDEA168-EFE6-4EEE-BC43-8B35E670134E}" srcId="{47A8CC96-487C-42FF-8A72-76C2292BAE37}" destId="{98E606CC-F90C-4D40-B31B-DD4210C5CC70}" srcOrd="2" destOrd="0" parTransId="{B1C0D47C-451F-4A4F-9D34-DA60AE9D5985}" sibTransId="{714B1C9B-A009-450E-B6B4-AEA4A1AC3A9A}"/>
    <dgm:cxn modelId="{D0DDEB54-0403-4E9C-9E16-6BA898971058}" srcId="{47A8CC96-487C-42FF-8A72-76C2292BAE37}" destId="{CE3C46CF-C681-4E96-93E6-275724B3B52C}" srcOrd="1" destOrd="0" parTransId="{F12C531C-950E-476D-B268-60A8D221A622}" sibTransId="{FF6E1AE2-0B02-479B-B019-848AE7B16E97}"/>
    <dgm:cxn modelId="{473A5F7D-2E9B-4116-98F9-63100A14E06D}" type="presOf" srcId="{F0A97CA3-BCE3-414A-9BC8-A7A9C3C7E2B5}" destId="{8E766932-07FF-49C7-AF07-18F490CE114A}" srcOrd="0" destOrd="0" presId="urn:microsoft.com/office/officeart/2018/5/layout/IconCircleLabelList"/>
    <dgm:cxn modelId="{F37719C7-CF86-420A-9961-768118217AE8}" srcId="{47A8CC96-487C-42FF-8A72-76C2292BAE37}" destId="{F0A97CA3-BCE3-414A-9BC8-A7A9C3C7E2B5}" srcOrd="3" destOrd="0" parTransId="{EB114378-0D71-42C8-9179-E8DFD8294304}" sibTransId="{B3B27648-EA7D-4747-A355-76CDAA3AA554}"/>
    <dgm:cxn modelId="{2BBAFDD4-DB5C-4CAD-88F1-0FF5D23020C6}" type="presOf" srcId="{CE3C46CF-C681-4E96-93E6-275724B3B52C}" destId="{9F50B94C-F476-460B-9A5E-5C4BB89699AD}" srcOrd="0" destOrd="0" presId="urn:microsoft.com/office/officeart/2018/5/layout/IconCircleLabelList"/>
    <dgm:cxn modelId="{94A770E5-8399-463A-84C1-AB75F8C4DEA9}" type="presOf" srcId="{27143047-326F-4424-B91E-36BCB8ABAAE2}" destId="{084CB185-A4C1-4620-AE65-288C20714F57}" srcOrd="0" destOrd="0" presId="urn:microsoft.com/office/officeart/2018/5/layout/IconCircleLabelList"/>
    <dgm:cxn modelId="{30DD9D6E-14EB-4ACA-83AD-700C81A4BFF2}" type="presParOf" srcId="{40A53F0E-8508-4C58-A4B8-608AF10FB146}" destId="{8351CA75-FFED-4F83-9EC2-F59EAA006813}" srcOrd="0" destOrd="0" presId="urn:microsoft.com/office/officeart/2018/5/layout/IconCircleLabelList"/>
    <dgm:cxn modelId="{E6F0E21E-F361-4479-8CF8-F11A84C2042C}" type="presParOf" srcId="{8351CA75-FFED-4F83-9EC2-F59EAA006813}" destId="{D124D7CE-FDB5-4884-9104-081BE7F6056E}" srcOrd="0" destOrd="0" presId="urn:microsoft.com/office/officeart/2018/5/layout/IconCircleLabelList"/>
    <dgm:cxn modelId="{B122C2CB-29FE-4DC8-9042-F6C28CCE71E0}" type="presParOf" srcId="{8351CA75-FFED-4F83-9EC2-F59EAA006813}" destId="{2D8B1130-442D-4DED-98DC-B40410E7B187}" srcOrd="1" destOrd="0" presId="urn:microsoft.com/office/officeart/2018/5/layout/IconCircleLabelList"/>
    <dgm:cxn modelId="{75957A22-7D9E-4538-AD79-675FE786E6BE}" type="presParOf" srcId="{8351CA75-FFED-4F83-9EC2-F59EAA006813}" destId="{B9BAFC24-294F-4E4E-97CF-60D93AA1BF9C}" srcOrd="2" destOrd="0" presId="urn:microsoft.com/office/officeart/2018/5/layout/IconCircleLabelList"/>
    <dgm:cxn modelId="{7A86E3E4-66F9-4F45-B8AD-BC2739E07683}" type="presParOf" srcId="{8351CA75-FFED-4F83-9EC2-F59EAA006813}" destId="{084CB185-A4C1-4620-AE65-288C20714F57}" srcOrd="3" destOrd="0" presId="urn:microsoft.com/office/officeart/2018/5/layout/IconCircleLabelList"/>
    <dgm:cxn modelId="{E1E56E77-2DF3-4012-BAEA-021FF10C0FFB}" type="presParOf" srcId="{40A53F0E-8508-4C58-A4B8-608AF10FB146}" destId="{32BE68AC-48DD-48B3-8AE1-34CD37C9DD61}" srcOrd="1" destOrd="0" presId="urn:microsoft.com/office/officeart/2018/5/layout/IconCircleLabelList"/>
    <dgm:cxn modelId="{1A040A6D-7158-42AE-AFFA-21D11D785239}" type="presParOf" srcId="{40A53F0E-8508-4C58-A4B8-608AF10FB146}" destId="{958DC0F5-2F07-4E7F-ACA4-DFCADFFAD6DC}" srcOrd="2" destOrd="0" presId="urn:microsoft.com/office/officeart/2018/5/layout/IconCircleLabelList"/>
    <dgm:cxn modelId="{1F1709F7-40F0-463A-AB40-C21133D94178}" type="presParOf" srcId="{958DC0F5-2F07-4E7F-ACA4-DFCADFFAD6DC}" destId="{DD53F4AE-F7AE-431B-BA87-53661F020E56}" srcOrd="0" destOrd="0" presId="urn:microsoft.com/office/officeart/2018/5/layout/IconCircleLabelList"/>
    <dgm:cxn modelId="{8BFE7FB7-D63A-453A-A568-ADB948E4BFFC}" type="presParOf" srcId="{958DC0F5-2F07-4E7F-ACA4-DFCADFFAD6DC}" destId="{FE3E19CE-F7B9-47C9-8730-94AF96D03D75}" srcOrd="1" destOrd="0" presId="urn:microsoft.com/office/officeart/2018/5/layout/IconCircleLabelList"/>
    <dgm:cxn modelId="{21A8A372-98A2-42C2-AC37-27AF3E9907F3}" type="presParOf" srcId="{958DC0F5-2F07-4E7F-ACA4-DFCADFFAD6DC}" destId="{0FC2E940-FC98-4FDB-B5FC-F06E93E93CB4}" srcOrd="2" destOrd="0" presId="urn:microsoft.com/office/officeart/2018/5/layout/IconCircleLabelList"/>
    <dgm:cxn modelId="{EC243A10-2E4A-4335-BC33-91FC9E70D1FF}" type="presParOf" srcId="{958DC0F5-2F07-4E7F-ACA4-DFCADFFAD6DC}" destId="{9F50B94C-F476-460B-9A5E-5C4BB89699AD}" srcOrd="3" destOrd="0" presId="urn:microsoft.com/office/officeart/2018/5/layout/IconCircleLabelList"/>
    <dgm:cxn modelId="{7E171BB0-6DB8-4F23-B7C0-B8BBA2767ABA}" type="presParOf" srcId="{40A53F0E-8508-4C58-A4B8-608AF10FB146}" destId="{1FFFB0CE-4FEB-43A7-9BEE-7666062A8C93}" srcOrd="3" destOrd="0" presId="urn:microsoft.com/office/officeart/2018/5/layout/IconCircleLabelList"/>
    <dgm:cxn modelId="{F92CBC1B-E916-4DFE-BB1C-1FEB066A55AF}" type="presParOf" srcId="{40A53F0E-8508-4C58-A4B8-608AF10FB146}" destId="{CEC09A85-725F-4976-8102-C56105C9C7BB}" srcOrd="4" destOrd="0" presId="urn:microsoft.com/office/officeart/2018/5/layout/IconCircleLabelList"/>
    <dgm:cxn modelId="{2FC1821F-1ACA-4945-B86F-8D322EE9E4F3}" type="presParOf" srcId="{CEC09A85-725F-4976-8102-C56105C9C7BB}" destId="{79D26E8C-3947-423A-B2C4-6A78CDF96938}" srcOrd="0" destOrd="0" presId="urn:microsoft.com/office/officeart/2018/5/layout/IconCircleLabelList"/>
    <dgm:cxn modelId="{7F30B4E1-F054-4287-B033-3DB87D3F709D}" type="presParOf" srcId="{CEC09A85-725F-4976-8102-C56105C9C7BB}" destId="{2DD6E3B7-1FB2-4562-B187-A265C8624184}" srcOrd="1" destOrd="0" presId="urn:microsoft.com/office/officeart/2018/5/layout/IconCircleLabelList"/>
    <dgm:cxn modelId="{5A7B29A1-6A98-407A-8C1B-91621A078804}" type="presParOf" srcId="{CEC09A85-725F-4976-8102-C56105C9C7BB}" destId="{D1677AFA-E84F-459F-AE36-CB05D87196C3}" srcOrd="2" destOrd="0" presId="urn:microsoft.com/office/officeart/2018/5/layout/IconCircleLabelList"/>
    <dgm:cxn modelId="{76C7A465-F7C5-4379-A144-2CF5B5DA9A4E}" type="presParOf" srcId="{CEC09A85-725F-4976-8102-C56105C9C7BB}" destId="{17C622F6-00E8-4FE7-B30B-26C7392B9A60}" srcOrd="3" destOrd="0" presId="urn:microsoft.com/office/officeart/2018/5/layout/IconCircleLabelList"/>
    <dgm:cxn modelId="{3D8AA87D-0995-40E9-B723-C00DCFE58E72}" type="presParOf" srcId="{40A53F0E-8508-4C58-A4B8-608AF10FB146}" destId="{9BDB3468-9C6C-40F1-8470-9A5669ABEAA8}" srcOrd="5" destOrd="0" presId="urn:microsoft.com/office/officeart/2018/5/layout/IconCircleLabelList"/>
    <dgm:cxn modelId="{335BFA66-FD1C-4F27-A9CA-F665FD522ABF}" type="presParOf" srcId="{40A53F0E-8508-4C58-A4B8-608AF10FB146}" destId="{CDB851CF-7179-49E2-8A42-EBA921CF4BDA}" srcOrd="6" destOrd="0" presId="urn:microsoft.com/office/officeart/2018/5/layout/IconCircleLabelList"/>
    <dgm:cxn modelId="{C6595820-2F92-42EE-B08F-0B2C9816C128}" type="presParOf" srcId="{CDB851CF-7179-49E2-8A42-EBA921CF4BDA}" destId="{FF69B673-CEF4-42FD-B01C-89675BEBBD4A}" srcOrd="0" destOrd="0" presId="urn:microsoft.com/office/officeart/2018/5/layout/IconCircleLabelList"/>
    <dgm:cxn modelId="{1E4CED27-5C9E-49FB-99C5-16BF0FB706A9}" type="presParOf" srcId="{CDB851CF-7179-49E2-8A42-EBA921CF4BDA}" destId="{11CD9CC2-6464-469F-AD72-33FC729BFD2E}" srcOrd="1" destOrd="0" presId="urn:microsoft.com/office/officeart/2018/5/layout/IconCircleLabelList"/>
    <dgm:cxn modelId="{6AADB9F7-29E1-4DDE-8CC8-D55CB4DB8F07}" type="presParOf" srcId="{CDB851CF-7179-49E2-8A42-EBA921CF4BDA}" destId="{138C19CF-E376-4D15-A609-A132150B46CC}" srcOrd="2" destOrd="0" presId="urn:microsoft.com/office/officeart/2018/5/layout/IconCircleLabelList"/>
    <dgm:cxn modelId="{3A6C10F8-DB0A-4BD0-998C-6C68E94BAF40}" type="presParOf" srcId="{CDB851CF-7179-49E2-8A42-EBA921CF4BDA}" destId="{8E766932-07FF-49C7-AF07-18F490CE11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42035-E232-401C-9AA8-6CB5EB7C1000}">
      <dsp:nvSpPr>
        <dsp:cNvPr id="0" name=""/>
        <dsp:cNvSpPr/>
      </dsp:nvSpPr>
      <dsp:spPr>
        <a:xfrm>
          <a:off x="0" y="32610"/>
          <a:ext cx="517538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 loading, cleaning, and preprocessing</a:t>
          </a:r>
        </a:p>
      </dsp:txBody>
      <dsp:txXfrm>
        <a:off x="50489" y="83099"/>
        <a:ext cx="5074406" cy="933302"/>
      </dsp:txXfrm>
    </dsp:sp>
    <dsp:sp modelId="{957F4688-F224-4EA7-A180-5EA9D4598225}">
      <dsp:nvSpPr>
        <dsp:cNvPr id="0" name=""/>
        <dsp:cNvSpPr/>
      </dsp:nvSpPr>
      <dsp:spPr>
        <a:xfrm>
          <a:off x="0" y="1141770"/>
          <a:ext cx="5175384" cy="103428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Train/test split</a:t>
          </a:r>
        </a:p>
      </dsp:txBody>
      <dsp:txXfrm>
        <a:off x="50489" y="1192259"/>
        <a:ext cx="5074406" cy="933302"/>
      </dsp:txXfrm>
    </dsp:sp>
    <dsp:sp modelId="{A0C31BE8-08C3-43CC-913F-6EA6CC78FEC0}">
      <dsp:nvSpPr>
        <dsp:cNvPr id="0" name=""/>
        <dsp:cNvSpPr/>
      </dsp:nvSpPr>
      <dsp:spPr>
        <a:xfrm>
          <a:off x="0" y="2250930"/>
          <a:ext cx="5175384" cy="10342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 selection and baseline training</a:t>
          </a:r>
        </a:p>
      </dsp:txBody>
      <dsp:txXfrm>
        <a:off x="50489" y="2301419"/>
        <a:ext cx="5074406" cy="933302"/>
      </dsp:txXfrm>
    </dsp:sp>
    <dsp:sp modelId="{2AEA756F-FE6D-4EC3-851C-41BD924386D9}">
      <dsp:nvSpPr>
        <dsp:cNvPr id="0" name=""/>
        <dsp:cNvSpPr/>
      </dsp:nvSpPr>
      <dsp:spPr>
        <a:xfrm>
          <a:off x="0" y="3360090"/>
          <a:ext cx="5175384" cy="103428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Hyperparameter tuning via GridSearchCV</a:t>
          </a:r>
        </a:p>
      </dsp:txBody>
      <dsp:txXfrm>
        <a:off x="50489" y="3410579"/>
        <a:ext cx="5074406" cy="933302"/>
      </dsp:txXfrm>
    </dsp:sp>
    <dsp:sp modelId="{6335D83E-3A42-4040-96A2-5751295EDF55}">
      <dsp:nvSpPr>
        <dsp:cNvPr id="0" name=""/>
        <dsp:cNvSpPr/>
      </dsp:nvSpPr>
      <dsp:spPr>
        <a:xfrm>
          <a:off x="0" y="4469250"/>
          <a:ext cx="5175384" cy="10342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Evaluation and interpretation</a:t>
          </a:r>
        </a:p>
      </dsp:txBody>
      <dsp:txXfrm>
        <a:off x="50489" y="4519739"/>
        <a:ext cx="5074406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359D1-A5C4-4627-87A3-D5F90B845664}">
      <dsp:nvSpPr>
        <dsp:cNvPr id="0" name=""/>
        <dsp:cNvSpPr/>
      </dsp:nvSpPr>
      <dsp:spPr>
        <a:xfrm>
          <a:off x="0" y="78791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Handled missing values and encoded categorical features</a:t>
          </a:r>
        </a:p>
      </dsp:txBody>
      <dsp:txXfrm>
        <a:off x="60199" y="848109"/>
        <a:ext cx="4879726" cy="1112781"/>
      </dsp:txXfrm>
    </dsp:sp>
    <dsp:sp modelId="{477606FA-160C-4C27-9876-F136B6A78B54}">
      <dsp:nvSpPr>
        <dsp:cNvPr id="0" name=""/>
        <dsp:cNvSpPr/>
      </dsp:nvSpPr>
      <dsp:spPr>
        <a:xfrm>
          <a:off x="0" y="211037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Scaled numerical features for model stability</a:t>
          </a:r>
        </a:p>
      </dsp:txBody>
      <dsp:txXfrm>
        <a:off x="60199" y="2170569"/>
        <a:ext cx="4879726" cy="1112781"/>
      </dsp:txXfrm>
    </dsp:sp>
    <dsp:sp modelId="{C0F440A2-1F93-423A-9989-BDC1FF0E37D6}">
      <dsp:nvSpPr>
        <dsp:cNvPr id="0" name=""/>
        <dsp:cNvSpPr/>
      </dsp:nvSpPr>
      <dsp:spPr>
        <a:xfrm>
          <a:off x="0" y="343283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Ensured no data leakage during preprocessing</a:t>
          </a:r>
        </a:p>
      </dsp:txBody>
      <dsp:txXfrm>
        <a:off x="60199" y="3493029"/>
        <a:ext cx="4879726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10751-D46D-4DCD-9931-420DBB423A2F}">
      <dsp:nvSpPr>
        <dsp:cNvPr id="0" name=""/>
        <dsp:cNvSpPr/>
      </dsp:nvSpPr>
      <dsp:spPr>
        <a:xfrm>
          <a:off x="0" y="4274295"/>
          <a:ext cx="4358346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Prepared pipeline for GridSearch optimization</a:t>
          </a:r>
        </a:p>
      </dsp:txBody>
      <dsp:txXfrm>
        <a:off x="0" y="4274295"/>
        <a:ext cx="4358346" cy="1402919"/>
      </dsp:txXfrm>
    </dsp:sp>
    <dsp:sp modelId="{9E8C7ADD-4892-468B-AE1E-4CA534749CBA}">
      <dsp:nvSpPr>
        <dsp:cNvPr id="0" name=""/>
        <dsp:cNvSpPr/>
      </dsp:nvSpPr>
      <dsp:spPr>
        <a:xfrm rot="10800000">
          <a:off x="0" y="2137649"/>
          <a:ext cx="4358346" cy="215768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Established baseline performance before tuning</a:t>
          </a:r>
        </a:p>
      </dsp:txBody>
      <dsp:txXfrm rot="10800000">
        <a:off x="0" y="2137649"/>
        <a:ext cx="4358346" cy="1402002"/>
      </dsp:txXfrm>
    </dsp:sp>
    <dsp:sp modelId="{EFD87CE2-7E9B-4F84-8627-02D1ADBCA848}">
      <dsp:nvSpPr>
        <dsp:cNvPr id="0" name=""/>
        <dsp:cNvSpPr/>
      </dsp:nvSpPr>
      <dsp:spPr>
        <a:xfrm rot="10800000">
          <a:off x="0" y="1003"/>
          <a:ext cx="4358346" cy="215768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Considered multiple algorithms (Logistic Regression and Random Forest)</a:t>
          </a:r>
        </a:p>
      </dsp:txBody>
      <dsp:txXfrm rot="10800000">
        <a:off x="0" y="1003"/>
        <a:ext cx="4358346" cy="1402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37CC2-6724-429D-A770-783659105E16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531A9-98AD-46DA-8DEF-5FD7C3FA382F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Systematically searched hyperparameter combinations</a:t>
          </a:r>
        </a:p>
      </dsp:txBody>
      <dsp:txXfrm>
        <a:off x="283960" y="1066136"/>
        <a:ext cx="2107770" cy="1308711"/>
      </dsp:txXfrm>
    </dsp:sp>
    <dsp:sp modelId="{B7F28979-EF08-4B7D-BAF8-C30C92115D5B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F29A5-8789-4CE5-ACC7-C772E436AE9F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Identified the best estimator and parameter set</a:t>
          </a:r>
        </a:p>
      </dsp:txBody>
      <dsp:txXfrm>
        <a:off x="2959652" y="1066136"/>
        <a:ext cx="2107770" cy="1308711"/>
      </dsp:txXfrm>
    </dsp:sp>
    <dsp:sp modelId="{1129BCF3-653C-4A4D-B099-D1C3B6F429C4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C465C-BAA4-463E-9CC8-69C3B5C8C2ED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Improved model generalization and reliability</a:t>
          </a:r>
        </a:p>
      </dsp:txBody>
      <dsp:txXfrm>
        <a:off x="5635343" y="1066136"/>
        <a:ext cx="2107770" cy="13087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22AEC-AFC0-4705-B9F3-EC8841AB0A00}">
      <dsp:nvSpPr>
        <dsp:cNvPr id="0" name=""/>
        <dsp:cNvSpPr/>
      </dsp:nvSpPr>
      <dsp:spPr>
        <a:xfrm>
          <a:off x="521" y="4299"/>
          <a:ext cx="2032701" cy="12196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ROC curve visualizes true positive rate vs false positive rate</a:t>
          </a:r>
        </a:p>
      </dsp:txBody>
      <dsp:txXfrm>
        <a:off x="521" y="4299"/>
        <a:ext cx="2032701" cy="1219620"/>
      </dsp:txXfrm>
    </dsp:sp>
    <dsp:sp modelId="{EC34BCC7-0ABF-43CB-A2C0-89E490DA6BB5}">
      <dsp:nvSpPr>
        <dsp:cNvPr id="0" name=""/>
        <dsp:cNvSpPr/>
      </dsp:nvSpPr>
      <dsp:spPr>
        <a:xfrm>
          <a:off x="2236492" y="4299"/>
          <a:ext cx="2032701" cy="1219620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AUC score indicates overall discriminative ability</a:t>
          </a:r>
        </a:p>
      </dsp:txBody>
      <dsp:txXfrm>
        <a:off x="2236492" y="4299"/>
        <a:ext cx="2032701" cy="1219620"/>
      </dsp:txXfrm>
    </dsp:sp>
    <dsp:sp modelId="{A76E254D-0B78-461B-B092-E45726D7B46F}">
      <dsp:nvSpPr>
        <dsp:cNvPr id="0" name=""/>
        <dsp:cNvSpPr/>
      </dsp:nvSpPr>
      <dsp:spPr>
        <a:xfrm>
          <a:off x="1118506" y="1427190"/>
          <a:ext cx="2032701" cy="121962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Higher AUC = better separation between classes</a:t>
          </a:r>
        </a:p>
      </dsp:txBody>
      <dsp:txXfrm>
        <a:off x="1118506" y="1427190"/>
        <a:ext cx="2032701" cy="12196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2438E-62B5-4A87-9A04-07762FF0E73A}">
      <dsp:nvSpPr>
        <dsp:cNvPr id="0" name=""/>
        <dsp:cNvSpPr/>
      </dsp:nvSpPr>
      <dsp:spPr>
        <a:xfrm>
          <a:off x="2622678" y="2047"/>
          <a:ext cx="2950513" cy="13511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Provides insight into TP, TN, FP, FN counts</a:t>
          </a:r>
        </a:p>
      </dsp:txBody>
      <dsp:txXfrm>
        <a:off x="2688638" y="68007"/>
        <a:ext cx="2818593" cy="1219276"/>
      </dsp:txXfrm>
    </dsp:sp>
    <dsp:sp modelId="{79297868-1D8C-4167-A336-CC4AA8684A5B}">
      <dsp:nvSpPr>
        <dsp:cNvPr id="0" name=""/>
        <dsp:cNvSpPr/>
      </dsp:nvSpPr>
      <dsp:spPr>
        <a:xfrm>
          <a:off x="2622678" y="1420804"/>
          <a:ext cx="2950513" cy="135119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Helps identify common misclassification patterns</a:t>
          </a:r>
        </a:p>
      </dsp:txBody>
      <dsp:txXfrm>
        <a:off x="2688638" y="1486764"/>
        <a:ext cx="2818593" cy="1219276"/>
      </dsp:txXfrm>
    </dsp:sp>
    <dsp:sp modelId="{2A416B16-4480-45A6-B372-63C87DCC9F7E}">
      <dsp:nvSpPr>
        <dsp:cNvPr id="0" name=""/>
        <dsp:cNvSpPr/>
      </dsp:nvSpPr>
      <dsp:spPr>
        <a:xfrm>
          <a:off x="2622678" y="2839560"/>
          <a:ext cx="2950513" cy="135119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decisions on threshold adjustments</a:t>
          </a:r>
        </a:p>
      </dsp:txBody>
      <dsp:txXfrm>
        <a:off x="2688638" y="2905520"/>
        <a:ext cx="2818593" cy="12192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7F571-4FD5-46D8-8A19-C5921E3D1F48}">
      <dsp:nvSpPr>
        <dsp:cNvPr id="0" name=""/>
        <dsp:cNvSpPr/>
      </dsp:nvSpPr>
      <dsp:spPr>
        <a:xfrm>
          <a:off x="0" y="692158"/>
          <a:ext cx="4638115" cy="1113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Evaluated potential dataset imbalance or sampling bias</a:t>
          </a:r>
        </a:p>
      </dsp:txBody>
      <dsp:txXfrm>
        <a:off x="54373" y="746531"/>
        <a:ext cx="4529369" cy="1005094"/>
      </dsp:txXfrm>
    </dsp:sp>
    <dsp:sp modelId="{9A9B28B6-DCE6-4737-872A-6D626BE6EA75}">
      <dsp:nvSpPr>
        <dsp:cNvPr id="0" name=""/>
        <dsp:cNvSpPr/>
      </dsp:nvSpPr>
      <dsp:spPr>
        <a:xfrm>
          <a:off x="0" y="1886638"/>
          <a:ext cx="4638115" cy="11138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Considered fairness, transparency, and model drift</a:t>
          </a:r>
        </a:p>
      </dsp:txBody>
      <dsp:txXfrm>
        <a:off x="54373" y="1941011"/>
        <a:ext cx="4529369" cy="1005094"/>
      </dsp:txXfrm>
    </dsp:sp>
    <dsp:sp modelId="{E3C14DD1-272D-400B-91A8-5907CD8A1A36}">
      <dsp:nvSpPr>
        <dsp:cNvPr id="0" name=""/>
        <dsp:cNvSpPr/>
      </dsp:nvSpPr>
      <dsp:spPr>
        <a:xfrm>
          <a:off x="0" y="3081118"/>
          <a:ext cx="4638115" cy="11138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Prepared steps for real-world deployment and monitoring</a:t>
          </a:r>
        </a:p>
      </dsp:txBody>
      <dsp:txXfrm>
        <a:off x="54373" y="3135491"/>
        <a:ext cx="4529369" cy="10050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4D7CE-FDB5-4884-9104-081BE7F6056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B1130-442D-4DED-98DC-B40410E7B18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CB185-A4C1-4620-AE65-288C20714F57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Pipeline improves reproducibility and consistency</a:t>
          </a:r>
        </a:p>
      </dsp:txBody>
      <dsp:txXfrm>
        <a:off x="25435" y="2456402"/>
        <a:ext cx="1800000" cy="720000"/>
      </dsp:txXfrm>
    </dsp:sp>
    <dsp:sp modelId="{DD53F4AE-F7AE-431B-BA87-53661F020E56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E19CE-F7B9-47C9-8730-94AF96D03D7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0B94C-F476-460B-9A5E-5C4BB89699A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GridSearch significantly enhances performance</a:t>
          </a:r>
        </a:p>
      </dsp:txBody>
      <dsp:txXfrm>
        <a:off x="2140435" y="2456402"/>
        <a:ext cx="1800000" cy="720000"/>
      </dsp:txXfrm>
    </dsp:sp>
    <dsp:sp modelId="{79D26E8C-3947-423A-B2C4-6A78CDF96938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D6E3B7-1FB2-4562-B187-A265C862418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622F6-00E8-4FE7-B30B-26C7392B9A6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Interpretability tools guide trustworthy deployment</a:t>
          </a:r>
        </a:p>
      </dsp:txBody>
      <dsp:txXfrm>
        <a:off x="4255435" y="2456402"/>
        <a:ext cx="1800000" cy="720000"/>
      </dsp:txXfrm>
    </dsp:sp>
    <dsp:sp modelId="{FF69B673-CEF4-42FD-B01C-89675BEBBD4A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D9CC2-6464-469F-AD72-33FC729BFD2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66932-07FF-49C7-AF07-18F490CE114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Continuous monitoring essential post-deployment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D5FDA-A02A-4ECE-8F8D-620013361684}" type="datetimeFigureOut">
              <a:t>2025/12/3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4A7D7-655C-4928-B77B-24D09E2640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9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b="1" dirty="0"/>
              <a:t>Grid Search :creating a grid of all possible combinations of parameter values and testing each combination to find the best one</a:t>
            </a:r>
            <a:r>
              <a:rPr lang="en" dirty="0"/>
              <a:t>. This grid of parameters is defined before the optimization/search step, hence the name grid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4A7D7-655C-4928-B77B-24D09E26409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44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Random Forest model performed better</a:t>
            </a:r>
            <a:r>
              <a:rPr lang="en-US" dirty="0"/>
              <a:t> with a ROC-AUC score of </a:t>
            </a:r>
            <a:r>
              <a:rPr lang="en-US" b="1" dirty="0"/>
              <a:t>0.9781</a:t>
            </a:r>
            <a:r>
              <a:rPr lang="en-US" dirty="0"/>
              <a:t>, compared to the Logistic Regression model, which achieved an ROC-AUC of </a:t>
            </a:r>
            <a:r>
              <a:rPr lang="en-US" b="1" dirty="0"/>
              <a:t>0.9676</a:t>
            </a:r>
            <a:r>
              <a:rPr lang="en-US" dirty="0"/>
              <a:t>.</a:t>
            </a:r>
          </a:p>
          <a:p>
            <a:r>
              <a:rPr lang="en-US" dirty="0"/>
              <a:t>This small difference suggests that the </a:t>
            </a:r>
            <a:r>
              <a:rPr lang="en-US" b="1" dirty="0"/>
              <a:t>Random Forest</a:t>
            </a:r>
            <a:r>
              <a:rPr lang="en-US" dirty="0"/>
              <a:t>, as a non-linear ensemble model, was likely better equipped to capture more complex relationships and interactions within your data than the linear Logistic Regression model.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4A7D7-655C-4928-B77B-24D09E26409B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dirty="0">
                <a:solidFill>
                  <a:srgbClr val="FF0000"/>
                </a:solidFill>
              </a:rPr>
              <a:t>Machine Learning Pipeline Overview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7378DB2-510D-8F1C-1E19-D279C2B1C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42511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 Preparation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227DFBC-7236-B51C-9788-A0E336116C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9737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Model Selection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ED36E713-8BB3-6E12-73D8-91D3E5EC68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65320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GridSearchCV Results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2CF7CD-DE5D-FC50-D4EA-56E18705C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074996"/>
              </p:ext>
            </p:extLst>
          </p:nvPr>
        </p:nvGraphicFramePr>
        <p:xfrm>
          <a:off x="678451" y="1821573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601A40-F75D-DC67-41CC-FE30B1C0C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795" y="1907470"/>
            <a:ext cx="3547660" cy="4562907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ROC Curve Interpretation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48FE84A-396E-FACC-844E-70D6C11C6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064131"/>
              </p:ext>
            </p:extLst>
          </p:nvPr>
        </p:nvGraphicFramePr>
        <p:xfrm>
          <a:off x="589787" y="3566810"/>
          <a:ext cx="4269715" cy="2651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Confusion Matrix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1374EB-BABF-35CB-CC82-54B8503979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5733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CCA69EF-E8B5-4598-BEAD-258F1576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85D65ED-8248-4E7D-AF41-C2685CAE7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Graphic 212">
            <a:extLst>
              <a:ext uri="{FF2B5EF4-FFF2-40B4-BE49-F238E27FC236}">
                <a16:creationId xmlns:a16="http://schemas.microsoft.com/office/drawing/2014/main" id="{76A8F9C6-ED35-4E0A-AC66-5241CA206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141" y="412979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5" name="Graphic 212">
            <a:extLst>
              <a:ext uri="{FF2B5EF4-FFF2-40B4-BE49-F238E27FC236}">
                <a16:creationId xmlns:a16="http://schemas.microsoft.com/office/drawing/2014/main" id="{4F71A736-42D6-4F11-8A7B-633C4062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141" y="412979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019251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Bias &amp; Deployment Considerations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73D287-48F0-41E2-8B0B-DE4C7D17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31430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BC3C2F6-A83E-46F7-89F9-C282A9234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78D60A-D765-47AF-BF8C-DD38B6749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B61CBF5-5283-4C6A-9049-AA88E175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7A00BB8-8401-4CFA-A40C-8A60D39A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2F6FC59-F5F7-4ED5-8DCD-CF1060899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124749C-25FB-43F3-97CC-16D3738B1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3CAAC4D-89A7-40FC-A14D-14E7137A5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9F8FFC8-0941-4853-894E-6FBB72564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84F021A-2C9B-422B-8408-BB819B314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53138C4-3227-4945-9CE8-AF90A759D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C9C4482-176D-49FB-BFC0-2DCD9283E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37D9F02-FC5F-4AA6-83BD-AE4EC012D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3DF942-E0FC-4481-99E4-5EDE1F76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2571B16-D62A-4B37-A469-E72C79D69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3667" y="444870"/>
            <a:ext cx="5193577" cy="5665806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E0A0BC-3EE4-4453-9522-08FF2DE30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6184" y="436482"/>
            <a:ext cx="5201060" cy="5665805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BE36BD-9903-4FB5-BBE7-1023D7F73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3141" y="305936"/>
            <a:ext cx="5207858" cy="568529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6" name="Content Placeholder 2">
            <a:extLst>
              <a:ext uri="{FF2B5EF4-FFF2-40B4-BE49-F238E27FC236}">
                <a16:creationId xmlns:a16="http://schemas.microsoft.com/office/drawing/2014/main" id="{FC828BCA-3E5B-B00F-F4F2-DCB21061CF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572364"/>
              </p:ext>
            </p:extLst>
          </p:nvPr>
        </p:nvGraphicFramePr>
        <p:xfrm>
          <a:off x="3877235" y="693271"/>
          <a:ext cx="4638115" cy="4887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/>
              <a:t>Key Takeaways</a:t>
            </a:r>
            <a:endParaRPr lang="en-US" sz="3500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486E88-1955-1C18-438F-B7623CE2A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6158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全屏显示(4:3)</PresentationFormat>
  <Slides>8</Slides>
  <Notes>2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Theme</vt:lpstr>
      <vt:lpstr>Machine Learning Pipeline Overview</vt:lpstr>
      <vt:lpstr>Data Preparation</vt:lpstr>
      <vt:lpstr>Model Selection</vt:lpstr>
      <vt:lpstr>GridSearchCV Results</vt:lpstr>
      <vt:lpstr>ROC Curve Interpretation</vt:lpstr>
      <vt:lpstr>Confusion Matrix Analysis</vt:lpstr>
      <vt:lpstr>Bias &amp; Deployment Considerations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47</cp:revision>
  <dcterms:created xsi:type="dcterms:W3CDTF">2013-01-27T09:14:16Z</dcterms:created>
  <dcterms:modified xsi:type="dcterms:W3CDTF">2025-12-03T21:03:19Z</dcterms:modified>
  <cp:category/>
</cp:coreProperties>
</file>