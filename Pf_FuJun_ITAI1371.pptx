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300" r:id="rId6"/>
    <p:sldId id="268" r:id="rId7"/>
    <p:sldId id="286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3191" autoAdjust="0"/>
  </p:normalViewPr>
  <p:slideViewPr>
    <p:cSldViewPr snapToGrid="0">
      <p:cViewPr varScale="1">
        <p:scale>
          <a:sx n="117" d="100"/>
          <a:sy n="117" d="100"/>
        </p:scale>
        <p:origin x="944" y="184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12/6/25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B3EF-491D-8290-E42A-C6CACB2E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11769-8A15-7870-543D-F4D4416AD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B6194-1DF8-32D8-E342-449EF2F9C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FBBAF-2A1F-EE47-3520-59BBFD7DA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977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214993151/ITAI1371-ML-Portfolio-Fu-Jun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fujunmail77@gmail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2751082"/>
          </a:xfrm>
        </p:spPr>
        <p:txBody>
          <a:bodyPr>
            <a:normAutofit/>
          </a:bodyPr>
          <a:lstStyle/>
          <a:p>
            <a:r>
              <a:rPr lang="en-US" sz="3200" dirty="0"/>
              <a:t>Introduction</a:t>
            </a:r>
            <a:endParaRPr lang="en-US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9509F-0BB6-A753-F251-5C8A896701C2}"/>
              </a:ext>
            </a:extLst>
          </p:cNvPr>
          <p:cNvSpPr txBox="1">
            <a:spLocks/>
          </p:cNvSpPr>
          <p:nvPr/>
        </p:nvSpPr>
        <p:spPr>
          <a:xfrm>
            <a:off x="7282543" y="3716282"/>
            <a:ext cx="3657600" cy="22025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</a:rPr>
              <a:t>Name: Jun Fu</a:t>
            </a:r>
          </a:p>
          <a:p>
            <a:r>
              <a:rPr lang="en-US" sz="1600" dirty="0">
                <a:solidFill>
                  <a:schemeClr val="bg1"/>
                </a:solidFill>
              </a:rPr>
              <a:t>Program: ITAI 1371</a:t>
            </a:r>
          </a:p>
          <a:p>
            <a:r>
              <a:rPr lang="en-US" sz="1600" dirty="0">
                <a:solidFill>
                  <a:schemeClr val="bg1"/>
                </a:solidFill>
              </a:rPr>
              <a:t>AI Interests: Interests</a:t>
            </a:r>
          </a:p>
          <a:p>
            <a:r>
              <a:rPr lang="en-US" sz="1600" dirty="0">
                <a:solidFill>
                  <a:schemeClr val="bg1"/>
                </a:solidFill>
              </a:rPr>
              <a:t>Link: </a:t>
            </a:r>
            <a:r>
              <a:rPr lang="en-US" sz="16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https://github.com/w214993151/ITAI1371-ML-Portfolio-Fu-Jun.git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3874-2C80-CFF8-A6A6-C53591D4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59E0326-69E4-0F43-8ECA-71600AD24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845603"/>
          </a:xfrm>
        </p:spPr>
        <p:txBody>
          <a:bodyPr>
            <a:normAutofit/>
          </a:bodyPr>
          <a:lstStyle/>
          <a:p>
            <a:r>
              <a:rPr lang="en-US" dirty="0"/>
              <a:t>Learning Journey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7BFBAF-B42D-A7BB-C534-B5B149F63C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2317" y="2079171"/>
            <a:ext cx="4684941" cy="41928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Timeline of Key Courses &amp; Projects:</a:t>
            </a:r>
          </a:p>
          <a:p>
            <a:r>
              <a:rPr lang="en-US" dirty="0"/>
              <a:t>Introduction to Machine Learning</a:t>
            </a:r>
          </a:p>
          <a:p>
            <a:r>
              <a:rPr lang="en-US" dirty="0"/>
              <a:t>Machine Learning Tools</a:t>
            </a:r>
          </a:p>
          <a:p>
            <a:r>
              <a:rPr lang="en-US" dirty="0"/>
              <a:t>ML Workflow &amp; Types of Learning</a:t>
            </a:r>
          </a:p>
          <a:p>
            <a:r>
              <a:rPr lang="en-US" dirty="0"/>
              <a:t>ML Workflow &amp; Types of Learning</a:t>
            </a:r>
          </a:p>
          <a:p>
            <a:r>
              <a:rPr lang="en-US" dirty="0"/>
              <a:t>Data Processing &amp; Feature Engineering</a:t>
            </a:r>
          </a:p>
          <a:p>
            <a:r>
              <a:rPr lang="en-US" dirty="0"/>
              <a:t>Regression &amp; Classification</a:t>
            </a:r>
          </a:p>
          <a:p>
            <a:r>
              <a:rPr lang="en-US" dirty="0"/>
              <a:t>Model Evaluation</a:t>
            </a:r>
          </a:p>
          <a:p>
            <a:r>
              <a:rPr lang="en-US" dirty="0"/>
              <a:t>Overfitting, Underfitting, </a:t>
            </a:r>
            <a:r>
              <a:rPr lang="en-US" dirty="0" err="1"/>
              <a:t>Regulaization</a:t>
            </a:r>
            <a:endParaRPr lang="en-US" dirty="0"/>
          </a:p>
          <a:p>
            <a:r>
              <a:rPr lang="en-US" dirty="0"/>
              <a:t>Decision Trees &amp; Ensemble Methods</a:t>
            </a:r>
          </a:p>
          <a:p>
            <a:r>
              <a:rPr lang="en-US" dirty="0"/>
              <a:t>Clustering &amp; Dimensionality Reduction</a:t>
            </a:r>
          </a:p>
          <a:p>
            <a:r>
              <a:rPr lang="en-US" dirty="0"/>
              <a:t>Hyperparameter Tuning &amp; </a:t>
            </a:r>
            <a:r>
              <a:rPr lang="en-US" dirty="0" err="1"/>
              <a:t>AutoML</a:t>
            </a:r>
            <a:endParaRPr lang="en-US" dirty="0"/>
          </a:p>
          <a:p>
            <a:r>
              <a:rPr lang="en-US" dirty="0"/>
              <a:t>Ethics, Fairness, Bias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82A03D1-ADDF-5624-9986-461B8CB9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91347B2-A4C3-D49E-0CD1-E7B280B8FC2B}"/>
              </a:ext>
            </a:extLst>
          </p:cNvPr>
          <p:cNvSpPr txBox="1">
            <a:spLocks/>
          </p:cNvSpPr>
          <p:nvPr/>
        </p:nvSpPr>
        <p:spPr>
          <a:xfrm>
            <a:off x="6734173" y="2079171"/>
            <a:ext cx="4846322" cy="1915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Technologies &amp; Frameworks Mastered: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dirty="0"/>
              <a:t>scikit-learn</a:t>
            </a:r>
          </a:p>
          <a:p>
            <a:pPr marL="0" indent="0">
              <a:buNone/>
            </a:pPr>
            <a:r>
              <a:rPr lang="en-US" dirty="0"/>
              <a:t>Pandas</a:t>
            </a:r>
          </a:p>
          <a:p>
            <a:pPr marL="0" indent="0">
              <a:buNone/>
            </a:pPr>
            <a:r>
              <a:rPr lang="en-US" dirty="0"/>
              <a:t>Matplotlib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04E92A0-E7AC-FFC1-D36F-7489BF28FA89}"/>
              </a:ext>
            </a:extLst>
          </p:cNvPr>
          <p:cNvSpPr txBox="1">
            <a:spLocks/>
          </p:cNvSpPr>
          <p:nvPr/>
        </p:nvSpPr>
        <p:spPr>
          <a:xfrm>
            <a:off x="6734173" y="4484914"/>
            <a:ext cx="4846322" cy="1787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Growth Trajectory: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Understanding basic ML concepts </a:t>
            </a:r>
          </a:p>
          <a:p>
            <a:pPr marL="0" indent="0">
              <a:buNone/>
            </a:pPr>
            <a:r>
              <a:rPr lang="en-US" dirty="0"/>
              <a:t>Building predictive models  </a:t>
            </a:r>
          </a:p>
          <a:p>
            <a:pPr marL="0" indent="0">
              <a:buNone/>
            </a:pPr>
            <a:r>
              <a:rPr lang="en-US" dirty="0"/>
              <a:t>Optimizing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129835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682317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Featured Projects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747532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Project 1: Tools Used in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Description: The main tools we'll use in this course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Technologies: Python Libraries, Scikit-learn, </a:t>
            </a:r>
            <a:r>
              <a:rPr lang="en-US" dirty="0" err="1"/>
              <a:t>Jupyter</a:t>
            </a:r>
            <a:r>
              <a:rPr lang="en-US" dirty="0"/>
              <a:t> Notebook, GitHub, VS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Visual: Bar Chart, Scatter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Link: https://</a:t>
            </a:r>
            <a:r>
              <a:rPr lang="en-US" dirty="0" err="1"/>
              <a:t>github.com</a:t>
            </a:r>
            <a:r>
              <a:rPr lang="en-US" dirty="0"/>
              <a:t>/w214993151/ITAI1371-ML-Portfolio-Fu-Jun/tree/Lab_02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6A1A950B-D19A-8134-2825-35BA4CCD23B8}"/>
              </a:ext>
            </a:extLst>
          </p:cNvPr>
          <p:cNvSpPr txBox="1">
            <a:spLocks/>
          </p:cNvSpPr>
          <p:nvPr/>
        </p:nvSpPr>
        <p:spPr>
          <a:xfrm>
            <a:off x="5758543" y="2590799"/>
            <a:ext cx="4508046" cy="37655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2: Machine Learning Workflow</a:t>
            </a:r>
          </a:p>
          <a:p>
            <a:r>
              <a:rPr lang="en-US" dirty="0"/>
              <a:t>and Types of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Description: Understand the complete machine learning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Technologies: Supervised Learning, Unsupervised Learning, Reinforcement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Visual: Bar Chart, Heat 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Link: https://</a:t>
            </a:r>
            <a:r>
              <a:rPr lang="en-US" dirty="0" err="1"/>
              <a:t>github.com</a:t>
            </a:r>
            <a:r>
              <a:rPr lang="en-US" dirty="0"/>
              <a:t>/w214993151/ITAI1371-ML-Portfolio-Fu-Jun/tree/Lab_03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2"/>
            <a:ext cx="7889768" cy="758518"/>
          </a:xfrm>
        </p:spPr>
        <p:txBody>
          <a:bodyPr/>
          <a:lstStyle/>
          <a:p>
            <a:r>
              <a:rPr lang="en-US" dirty="0"/>
              <a:t>Skills &amp; Competencies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3259056"/>
            <a:ext cx="2994660" cy="3006531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Technical Skills:</a:t>
            </a:r>
            <a:endParaRPr lang="en-US" dirty="0"/>
          </a:p>
          <a:p>
            <a:r>
              <a:rPr lang="en-US" dirty="0"/>
              <a:t>Machine Learning: Classification, Regression, Time-series Forecasting</a:t>
            </a:r>
          </a:p>
          <a:p>
            <a:r>
              <a:rPr lang="en-US" dirty="0"/>
              <a:t>Data Analysis &amp; Visualization: Pandas, Power BI, Matplotlib</a:t>
            </a:r>
          </a:p>
          <a:p>
            <a:r>
              <a:rPr lang="en-US" dirty="0"/>
              <a:t>Programming: Python, SQL, Linux, C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65324" y="3259056"/>
            <a:ext cx="3798025" cy="3006531"/>
          </a:xfrm>
        </p:spPr>
        <p:txBody>
          <a:bodyPr>
            <a:normAutofit/>
          </a:bodyPr>
          <a:lstStyle/>
          <a:p>
            <a:r>
              <a:rPr lang="en-US" b="1" dirty="0"/>
              <a:t>Soft Skills:</a:t>
            </a:r>
            <a:endParaRPr lang="en-US" dirty="0"/>
          </a:p>
          <a:p>
            <a:r>
              <a:rPr lang="en-US" dirty="0"/>
              <a:t>Problem-solving &amp; critical thinking</a:t>
            </a:r>
          </a:p>
          <a:p>
            <a:r>
              <a:rPr lang="en-US" dirty="0"/>
              <a:t>Collaboration &amp; teamwork</a:t>
            </a:r>
          </a:p>
          <a:p>
            <a:r>
              <a:rPr lang="en-US" dirty="0"/>
              <a:t>Communication &amp; presentation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638774"/>
          </a:xfrm>
        </p:spPr>
        <p:txBody>
          <a:bodyPr>
            <a:normAutofit/>
          </a:bodyPr>
          <a:lstStyle/>
          <a:p>
            <a:r>
              <a:rPr lang="en-US" sz="3600" dirty="0"/>
              <a:t>Reflection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59972" y="1622199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Reflection:</a:t>
            </a:r>
            <a:endParaRPr lang="en-US" dirty="0"/>
          </a:p>
          <a:p>
            <a:r>
              <a:rPr lang="en-US" dirty="0"/>
              <a:t>ITAI1371 strengthened my understanding of machine learning pipelines and real-world applications.</a:t>
            </a:r>
          </a:p>
          <a:p>
            <a:r>
              <a:rPr lang="en-US" dirty="0"/>
              <a:t>Gained confidence in building, evaluating, and visualizing models.</a:t>
            </a:r>
          </a:p>
          <a:p>
            <a:r>
              <a:rPr lang="en-US" b="1" dirty="0"/>
              <a:t>Next Steps:</a:t>
            </a:r>
            <a:endParaRPr lang="en-US" dirty="0"/>
          </a:p>
          <a:p>
            <a:r>
              <a:rPr lang="en-US" dirty="0"/>
              <a:t>Explore deep learning frameworks (TensorFlow/</a:t>
            </a:r>
            <a:r>
              <a:rPr lang="en-US" dirty="0" err="1"/>
              <a:t>PyTorch</a:t>
            </a:r>
            <a:r>
              <a:rPr lang="en-US" dirty="0"/>
              <a:t>)</a:t>
            </a:r>
          </a:p>
          <a:p>
            <a:r>
              <a:rPr lang="en-US" dirty="0"/>
              <a:t>Develop portfolio projects with more advanced AI models</a:t>
            </a:r>
          </a:p>
          <a:p>
            <a:r>
              <a:rPr lang="en-US" dirty="0"/>
              <a:t>Engage in internships or collaborative AI projects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ADD8C4-8AFE-3909-2757-3D90141CD085}"/>
              </a:ext>
            </a:extLst>
          </p:cNvPr>
          <p:cNvSpPr txBox="1">
            <a:spLocks/>
          </p:cNvSpPr>
          <p:nvPr/>
        </p:nvSpPr>
        <p:spPr>
          <a:xfrm>
            <a:off x="859972" y="5235801"/>
            <a:ext cx="6597650" cy="12520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Contact Information:</a:t>
            </a:r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fujunmail77@gmail.com</a:t>
            </a:r>
            <a:endParaRPr lang="en-US" dirty="0"/>
          </a:p>
          <a:p>
            <a:r>
              <a:rPr lang="en-US" dirty="0"/>
              <a:t>Phone: 3464906498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{44927C3F-7F8F-44E6-A58B-8858D7CADB95}TF55c86556-70ea-476e-aa05-13a38f2d5b0da1381d77_win32-a3c664429073</Template>
  <TotalTime>110</TotalTime>
  <Words>345</Words>
  <Application>Microsoft Macintosh PowerPoint</Application>
  <PresentationFormat>Widescreen</PresentationFormat>
  <Paragraphs>69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Avenir Next LT Pro</vt:lpstr>
      <vt:lpstr>Calibri</vt:lpstr>
      <vt:lpstr>Custom</vt:lpstr>
      <vt:lpstr>Introduction</vt:lpstr>
      <vt:lpstr>Learning Journey</vt:lpstr>
      <vt:lpstr>Featured Projects</vt:lpstr>
      <vt:lpstr>Skills &amp; Competencies</vt:lpstr>
      <vt:lpstr>Reflection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jun.fu-W214993151</dc:creator>
  <cp:lastModifiedBy>jun.fu-W214993151</cp:lastModifiedBy>
  <cp:revision>3</cp:revision>
  <dcterms:created xsi:type="dcterms:W3CDTF">2025-12-05T17:58:41Z</dcterms:created>
  <dcterms:modified xsi:type="dcterms:W3CDTF">2025-12-06T23:20:30Z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